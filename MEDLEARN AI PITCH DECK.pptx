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300" r:id="rId5"/>
    <p:sldId id="301" r:id="rId6"/>
    <p:sldId id="297" r:id="rId7"/>
    <p:sldId id="302" r:id="rId8"/>
    <p:sldId id="303" r:id="rId9"/>
    <p:sldId id="305" r:id="rId10"/>
    <p:sldId id="309" r:id="rId11"/>
    <p:sldId id="308" r:id="rId12"/>
    <p:sldId id="257" r:id="rId13"/>
    <p:sldId id="29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3EA0FC-340D-3975-574E-F4248A2B32A8}" v="1376" dt="2025-12-20T11:28:43.662"/>
    <p1510:client id="{312E34B4-FEED-0C06-5743-70F8CBACB3BE}" v="397" dt="2025-12-20T08:49:30.507"/>
    <p1510:client id="{7AD3515E-DA48-80E1-9612-53DD36078B1A}" v="215" dt="2025-12-20T08:57:39.383"/>
    <p1510:client id="{9D3921C2-1019-22D5-B0E7-C8192F5FA37F}" v="2" dt="2025-12-20T08:58:28.906"/>
    <p1510:client id="{E0204EA4-6340-AD55-06FD-D33964242B3B}" v="230" dt="2025-12-20T22:59:37.5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744" autoAdjust="0"/>
  </p:normalViewPr>
  <p:slideViewPr>
    <p:cSldViewPr snapToGrid="0">
      <p:cViewPr>
        <p:scale>
          <a:sx n="100" d="100"/>
          <a:sy n="100" d="100"/>
        </p:scale>
        <p:origin x="-106" y="-54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2424" y="19"/>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090D19F-9EE3-43D8-9670-6A58E05C31A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0D55E1F-C225-46B0-8D02-A7F01D1EEC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26D841-7B3C-47AF-987F-072B4B4DB2FC}" type="datetimeFigureOut">
              <a:rPr lang="en-US" smtClean="0"/>
              <a:t>12/20/2025</a:t>
            </a:fld>
            <a:endParaRPr lang="en-US" dirty="0"/>
          </a:p>
        </p:txBody>
      </p:sp>
      <p:sp>
        <p:nvSpPr>
          <p:cNvPr id="4" name="Footer Placeholder 3">
            <a:extLst>
              <a:ext uri="{FF2B5EF4-FFF2-40B4-BE49-F238E27FC236}">
                <a16:creationId xmlns:a16="http://schemas.microsoft.com/office/drawing/2014/main" id="{52CF677B-DDC3-4004-9B1B-95E07E15D25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4AD43975-40E2-4F98-BE43-D14876F362E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8BC8066-2EF6-4176-9ACB-F71BDAE9FFED}" type="slidenum">
              <a:rPr lang="en-US" smtClean="0"/>
              <a:t>‹#›</a:t>
            </a:fld>
            <a:endParaRPr lang="en-US" dirty="0"/>
          </a:p>
        </p:txBody>
      </p:sp>
    </p:spTree>
    <p:extLst>
      <p:ext uri="{BB962C8B-B14F-4D97-AF65-F5344CB8AC3E}">
        <p14:creationId xmlns:p14="http://schemas.microsoft.com/office/powerpoint/2010/main" val="25140328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4E7DBF-46FE-4FD5-AC56-18193FB86556}" type="datetimeFigureOut">
              <a:rPr lang="en-US" noProof="0" smtClean="0"/>
              <a:t>12/20/2025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A54082-0EDA-40C0-B23E-AB88047B2438}" type="slidenum">
              <a:rPr lang="en-US" noProof="0" smtClean="0"/>
              <a:t>‹#›</a:t>
            </a:fld>
            <a:endParaRPr lang="en-US" noProof="0" dirty="0"/>
          </a:p>
        </p:txBody>
      </p:sp>
    </p:spTree>
    <p:extLst>
      <p:ext uri="{BB962C8B-B14F-4D97-AF65-F5344CB8AC3E}">
        <p14:creationId xmlns:p14="http://schemas.microsoft.com/office/powerpoint/2010/main" val="2625093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F4972-F4FC-6FD3-C4FA-98C4728640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8DC410-686B-6042-F410-C75E980AFB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D3F910-25D0-CE63-07E9-AC21DBE701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D35F7E-799B-9C96-1216-C2C142C76156}"/>
              </a:ext>
            </a:extLst>
          </p:cNvPr>
          <p:cNvSpPr>
            <a:spLocks noGrp="1"/>
          </p:cNvSpPr>
          <p:nvPr>
            <p:ph type="sldNum" sz="quarter" idx="10"/>
          </p:nvPr>
        </p:nvSpPr>
        <p:spPr/>
        <p:txBody>
          <a:bodyPr/>
          <a:lstStyle/>
          <a:p>
            <a:fld id="{5EA54082-0EDA-40C0-B23E-AB88047B2438}" type="slidenum">
              <a:rPr lang="en-US" smtClean="0"/>
              <a:t>1</a:t>
            </a:fld>
            <a:endParaRPr lang="en-US" dirty="0"/>
          </a:p>
        </p:txBody>
      </p:sp>
    </p:spTree>
    <p:extLst>
      <p:ext uri="{BB962C8B-B14F-4D97-AF65-F5344CB8AC3E}">
        <p14:creationId xmlns:p14="http://schemas.microsoft.com/office/powerpoint/2010/main" val="219762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FF92B-4895-1942-054F-2094D52D6F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6977A7-F3DB-DFFA-20F6-3A1FFF9871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060DE1-352E-7029-C0E7-10374219B3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F41781-C6DE-16F0-054A-C4E3B0178DB2}"/>
              </a:ext>
            </a:extLst>
          </p:cNvPr>
          <p:cNvSpPr>
            <a:spLocks noGrp="1"/>
          </p:cNvSpPr>
          <p:nvPr>
            <p:ph type="sldNum" sz="quarter" idx="10"/>
          </p:nvPr>
        </p:nvSpPr>
        <p:spPr/>
        <p:txBody>
          <a:bodyPr/>
          <a:lstStyle/>
          <a:p>
            <a:fld id="{5EA54082-0EDA-40C0-B23E-AB88047B2438}" type="slidenum">
              <a:rPr lang="en-US" smtClean="0"/>
              <a:t>2</a:t>
            </a:fld>
            <a:endParaRPr lang="en-US" dirty="0"/>
          </a:p>
        </p:txBody>
      </p:sp>
    </p:spTree>
    <p:extLst>
      <p:ext uri="{BB962C8B-B14F-4D97-AF65-F5344CB8AC3E}">
        <p14:creationId xmlns:p14="http://schemas.microsoft.com/office/powerpoint/2010/main" val="13027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E7DAF-7545-D318-CAB4-55BD429F3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56002-9F81-2BDE-45D4-7250147456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D37124-9CCB-6D7F-D6A1-833DC1B523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D66099-32BF-0C1D-C0A9-4BED7A5E5CCC}"/>
              </a:ext>
            </a:extLst>
          </p:cNvPr>
          <p:cNvSpPr>
            <a:spLocks noGrp="1"/>
          </p:cNvSpPr>
          <p:nvPr>
            <p:ph type="sldNum" sz="quarter" idx="10"/>
          </p:nvPr>
        </p:nvSpPr>
        <p:spPr/>
        <p:txBody>
          <a:bodyPr/>
          <a:lstStyle/>
          <a:p>
            <a:fld id="{5EA54082-0EDA-40C0-B23E-AB88047B2438}" type="slidenum">
              <a:rPr lang="en-US" smtClean="0"/>
              <a:t>3</a:t>
            </a:fld>
            <a:endParaRPr lang="en-US" dirty="0"/>
          </a:p>
        </p:txBody>
      </p:sp>
    </p:spTree>
    <p:extLst>
      <p:ext uri="{BB962C8B-B14F-4D97-AF65-F5344CB8AC3E}">
        <p14:creationId xmlns:p14="http://schemas.microsoft.com/office/powerpoint/2010/main" val="1322422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EEF1D-8AF0-E528-0BC0-FD960EF077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57343-5979-AD45-DA09-9151AE0DDC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C7CE2D-D9BC-CEEF-8EBB-326FEB67DE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5BCA42-EE2A-7519-A94C-5C2F116E5937}"/>
              </a:ext>
            </a:extLst>
          </p:cNvPr>
          <p:cNvSpPr>
            <a:spLocks noGrp="1"/>
          </p:cNvSpPr>
          <p:nvPr>
            <p:ph type="sldNum" sz="quarter" idx="10"/>
          </p:nvPr>
        </p:nvSpPr>
        <p:spPr/>
        <p:txBody>
          <a:bodyPr/>
          <a:lstStyle/>
          <a:p>
            <a:fld id="{5EA54082-0EDA-40C0-B23E-AB88047B2438}" type="slidenum">
              <a:rPr lang="en-US" smtClean="0"/>
              <a:t>4</a:t>
            </a:fld>
            <a:endParaRPr lang="en-US" dirty="0"/>
          </a:p>
        </p:txBody>
      </p:sp>
    </p:spTree>
    <p:extLst>
      <p:ext uri="{BB962C8B-B14F-4D97-AF65-F5344CB8AC3E}">
        <p14:creationId xmlns:p14="http://schemas.microsoft.com/office/powerpoint/2010/main" val="4196442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1C9D5-4740-1957-35DD-7958A92A4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C2737A-C1CB-6449-CEF6-95258AFF7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208E6E-D351-7D59-6587-2E1B7E483C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DFF72D-8133-5D3C-2953-51CE16AEE386}"/>
              </a:ext>
            </a:extLst>
          </p:cNvPr>
          <p:cNvSpPr>
            <a:spLocks noGrp="1"/>
          </p:cNvSpPr>
          <p:nvPr>
            <p:ph type="sldNum" sz="quarter" idx="10"/>
          </p:nvPr>
        </p:nvSpPr>
        <p:spPr/>
        <p:txBody>
          <a:bodyPr/>
          <a:lstStyle/>
          <a:p>
            <a:fld id="{5EA54082-0EDA-40C0-B23E-AB88047B2438}" type="slidenum">
              <a:rPr lang="en-US" smtClean="0"/>
              <a:t>5</a:t>
            </a:fld>
            <a:endParaRPr lang="en-US" dirty="0"/>
          </a:p>
        </p:txBody>
      </p:sp>
    </p:spTree>
    <p:extLst>
      <p:ext uri="{BB962C8B-B14F-4D97-AF65-F5344CB8AC3E}">
        <p14:creationId xmlns:p14="http://schemas.microsoft.com/office/powerpoint/2010/main" val="14913904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71259-3230-278A-D1C0-61E83EC02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344840-C092-B6BA-1C5D-2933B6D134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0837D9-A20A-7B7D-8A8A-185F57E433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12190B-3AE8-ABFE-E150-AB617A388F35}"/>
              </a:ext>
            </a:extLst>
          </p:cNvPr>
          <p:cNvSpPr>
            <a:spLocks noGrp="1"/>
          </p:cNvSpPr>
          <p:nvPr>
            <p:ph type="sldNum" sz="quarter" idx="10"/>
          </p:nvPr>
        </p:nvSpPr>
        <p:spPr/>
        <p:txBody>
          <a:bodyPr/>
          <a:lstStyle/>
          <a:p>
            <a:fld id="{5EA54082-0EDA-40C0-B23E-AB88047B2438}" type="slidenum">
              <a:rPr lang="en-US" smtClean="0"/>
              <a:t>6</a:t>
            </a:fld>
            <a:endParaRPr lang="en-US" dirty="0"/>
          </a:p>
        </p:txBody>
      </p:sp>
    </p:spTree>
    <p:extLst>
      <p:ext uri="{BB962C8B-B14F-4D97-AF65-F5344CB8AC3E}">
        <p14:creationId xmlns:p14="http://schemas.microsoft.com/office/powerpoint/2010/main" val="2013015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80DCA-0B90-79FD-36C7-DC7B0C345C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FDB0F-121A-19F5-FF0C-FB557FC020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5B203A-6E94-1572-9147-AE2C4A0D7C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415120-50CD-D536-017A-284AD60BAC1E}"/>
              </a:ext>
            </a:extLst>
          </p:cNvPr>
          <p:cNvSpPr>
            <a:spLocks noGrp="1"/>
          </p:cNvSpPr>
          <p:nvPr>
            <p:ph type="sldNum" sz="quarter" idx="10"/>
          </p:nvPr>
        </p:nvSpPr>
        <p:spPr/>
        <p:txBody>
          <a:bodyPr/>
          <a:lstStyle/>
          <a:p>
            <a:fld id="{5EA54082-0EDA-40C0-B23E-AB88047B2438}" type="slidenum">
              <a:rPr lang="en-US" smtClean="0"/>
              <a:t>7</a:t>
            </a:fld>
            <a:endParaRPr lang="en-US" dirty="0"/>
          </a:p>
        </p:txBody>
      </p:sp>
    </p:spTree>
    <p:extLst>
      <p:ext uri="{BB962C8B-B14F-4D97-AF65-F5344CB8AC3E}">
        <p14:creationId xmlns:p14="http://schemas.microsoft.com/office/powerpoint/2010/main" val="1461383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564F6-9B83-AA7D-7266-78EA199D8C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5AF76E-7D71-12E4-CED2-34E238D8D3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7A4FEF-DBD3-7FCA-2073-A4784877F6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CF5061-FBB1-B2A2-5B7A-83F764FF064B}"/>
              </a:ext>
            </a:extLst>
          </p:cNvPr>
          <p:cNvSpPr>
            <a:spLocks noGrp="1"/>
          </p:cNvSpPr>
          <p:nvPr>
            <p:ph type="sldNum" sz="quarter" idx="10"/>
          </p:nvPr>
        </p:nvSpPr>
        <p:spPr/>
        <p:txBody>
          <a:bodyPr/>
          <a:lstStyle/>
          <a:p>
            <a:fld id="{5EA54082-0EDA-40C0-B23E-AB88047B2438}" type="slidenum">
              <a:rPr lang="en-US" smtClean="0"/>
              <a:t>8</a:t>
            </a:fld>
            <a:endParaRPr lang="en-US" dirty="0"/>
          </a:p>
        </p:txBody>
      </p:sp>
    </p:spTree>
    <p:extLst>
      <p:ext uri="{BB962C8B-B14F-4D97-AF65-F5344CB8AC3E}">
        <p14:creationId xmlns:p14="http://schemas.microsoft.com/office/powerpoint/2010/main" val="2611843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A54082-0EDA-40C0-B23E-AB88047B2438}" type="slidenum">
              <a:rPr lang="en-US" smtClean="0"/>
              <a:t>9</a:t>
            </a:fld>
            <a:endParaRPr lang="en-US" dirty="0"/>
          </a:p>
        </p:txBody>
      </p:sp>
    </p:spTree>
    <p:extLst>
      <p:ext uri="{BB962C8B-B14F-4D97-AF65-F5344CB8AC3E}">
        <p14:creationId xmlns:p14="http://schemas.microsoft.com/office/powerpoint/2010/main" val="2422518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63359F2-43EF-4812-9DC0-98C0B1A40681}" type="slidenum">
              <a:rPr lang="en-US" smtClean="0"/>
              <a:t>10</a:t>
            </a:fld>
            <a:endParaRPr lang="en-US" dirty="0"/>
          </a:p>
        </p:txBody>
      </p:sp>
    </p:spTree>
    <p:extLst>
      <p:ext uri="{BB962C8B-B14F-4D97-AF65-F5344CB8AC3E}">
        <p14:creationId xmlns:p14="http://schemas.microsoft.com/office/powerpoint/2010/main" val="11934647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75420" y="2493085"/>
            <a:ext cx="4971618" cy="2033753"/>
          </a:xfrm>
        </p:spPr>
        <p:txBody>
          <a:bodyPr anchor="ctr">
            <a:normAutofit/>
          </a:bodyPr>
          <a:lstStyle>
            <a:lvl1pPr algn="r">
              <a:defRPr sz="3600"/>
            </a:lvl1pPr>
          </a:lstStyle>
          <a:p>
            <a:r>
              <a:rPr lang="en-US" dirty="0"/>
              <a:t>Title</a:t>
            </a:r>
          </a:p>
        </p:txBody>
      </p:sp>
      <p:sp>
        <p:nvSpPr>
          <p:cNvPr id="3" name="Subtitle 2"/>
          <p:cNvSpPr>
            <a:spLocks noGrp="1"/>
          </p:cNvSpPr>
          <p:nvPr>
            <p:ph type="subTitle" idx="1" hasCustomPrompt="1"/>
          </p:nvPr>
        </p:nvSpPr>
        <p:spPr>
          <a:xfrm>
            <a:off x="6569348" y="2493085"/>
            <a:ext cx="4984220" cy="2033752"/>
          </a:xfrm>
        </p:spPr>
        <p:txBody>
          <a:bodyPr anchor="ctr">
            <a:normAutofit/>
          </a:bodyPr>
          <a:lstStyle>
            <a:lvl1pPr marL="0" indent="0" algn="l">
              <a:buNone/>
              <a:defRPr sz="180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cxnSp>
        <p:nvCxnSpPr>
          <p:cNvPr id="8" name="Straight Connector 7"/>
          <p:cNvCxnSpPr/>
          <p:nvPr userDrawn="1"/>
        </p:nvCxnSpPr>
        <p:spPr>
          <a:xfrm>
            <a:off x="6108192" y="2842697"/>
            <a:ext cx="0" cy="1334530"/>
          </a:xfrm>
          <a:prstGeom prst="line">
            <a:avLst/>
          </a:prstGeom>
          <a:ln w="8890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Rectangle 8" descr="Color filled rectangle border"/>
          <p:cNvSpPr/>
          <p:nvPr userDrawn="1"/>
        </p:nvSpPr>
        <p:spPr>
          <a:xfrm>
            <a:off x="0" y="6479628"/>
            <a:ext cx="3054096" cy="37837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descr="Color filled rectangle border"/>
          <p:cNvSpPr/>
          <p:nvPr userDrawn="1"/>
        </p:nvSpPr>
        <p:spPr>
          <a:xfrm>
            <a:off x="3054096" y="6479628"/>
            <a:ext cx="3054096" cy="37837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descr="Color filled rectangle border"/>
          <p:cNvSpPr/>
          <p:nvPr userDrawn="1"/>
        </p:nvSpPr>
        <p:spPr>
          <a:xfrm>
            <a:off x="6108192" y="6479628"/>
            <a:ext cx="3054096" cy="3783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descr="Color filled rectangle border"/>
          <p:cNvSpPr/>
          <p:nvPr userDrawn="1"/>
        </p:nvSpPr>
        <p:spPr>
          <a:xfrm>
            <a:off x="9137904" y="6479628"/>
            <a:ext cx="3054096" cy="37837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97708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1610211"/>
            <a:ext cx="6934201" cy="965477"/>
          </a:xfrm>
        </p:spPr>
        <p:txBody>
          <a:bodyPr/>
          <a:lstStyle>
            <a:lvl1pPr>
              <a:defRPr/>
            </a:lvl1pPr>
          </a:lstStyle>
          <a:p>
            <a:r>
              <a:rPr lang="en-US" dirty="0"/>
              <a:t>Title</a:t>
            </a:r>
          </a:p>
        </p:txBody>
      </p:sp>
      <p:sp>
        <p:nvSpPr>
          <p:cNvPr id="3" name="Content Placeholder 2"/>
          <p:cNvSpPr>
            <a:spLocks noGrp="1"/>
          </p:cNvSpPr>
          <p:nvPr>
            <p:ph idx="1" hasCustomPrompt="1"/>
          </p:nvPr>
        </p:nvSpPr>
        <p:spPr>
          <a:xfrm>
            <a:off x="838201" y="2727433"/>
            <a:ext cx="6934200" cy="2585545"/>
          </a:xfrm>
        </p:spPr>
        <p:txBody>
          <a:bodyPr>
            <a:normAutofit/>
          </a:bodyPr>
          <a:lstStyle>
            <a:lvl1pPr marL="0" indent="0">
              <a:lnSpc>
                <a:spcPct val="110000"/>
              </a:lnSpc>
              <a:spcBef>
                <a:spcPts val="0"/>
              </a:spcBef>
              <a:spcAft>
                <a:spcPts val="1400"/>
              </a:spcAft>
              <a:buNone/>
              <a:defRPr sz="1800" baseline="0">
                <a:solidFill>
                  <a:schemeClr val="tx1">
                    <a:lumMod val="85000"/>
                    <a:lumOff val="15000"/>
                  </a:schemeClr>
                </a:solidFill>
              </a:defRPr>
            </a:lvl1pPr>
          </a:lstStyle>
          <a:p>
            <a:pPr lvl="0"/>
            <a:r>
              <a:rPr lang="en-US" dirty="0"/>
              <a:t>Body Text</a:t>
            </a:r>
          </a:p>
        </p:txBody>
      </p:sp>
      <p:sp>
        <p:nvSpPr>
          <p:cNvPr id="7" name="Rectangle 6" descr="Color filled rectangle border"/>
          <p:cNvSpPr/>
          <p:nvPr userDrawn="1"/>
        </p:nvSpPr>
        <p:spPr>
          <a:xfrm>
            <a:off x="0" y="6479628"/>
            <a:ext cx="3054096" cy="37837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descr="Color filled rectangle border"/>
          <p:cNvSpPr/>
          <p:nvPr userDrawn="1"/>
        </p:nvSpPr>
        <p:spPr>
          <a:xfrm>
            <a:off x="3054096" y="6479628"/>
            <a:ext cx="3054096" cy="37837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descr="Color filled rectangle border"/>
          <p:cNvSpPr/>
          <p:nvPr userDrawn="1"/>
        </p:nvSpPr>
        <p:spPr>
          <a:xfrm>
            <a:off x="6108192" y="6479628"/>
            <a:ext cx="3054096" cy="3783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descr="Color filled rectangle border"/>
          <p:cNvSpPr/>
          <p:nvPr userDrawn="1"/>
        </p:nvSpPr>
        <p:spPr>
          <a:xfrm>
            <a:off x="9137904" y="6479628"/>
            <a:ext cx="3054096" cy="37837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05919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Month">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5"/>
            <a:ext cx="4837386" cy="990709"/>
          </a:xfrm>
        </p:spPr>
        <p:txBody>
          <a:bodyPr>
            <a:normAutofit/>
          </a:bodyPr>
          <a:lstStyle>
            <a:lvl1pPr>
              <a:defRPr sz="3600"/>
            </a:lvl1pPr>
          </a:lstStyle>
          <a:p>
            <a:r>
              <a:rPr lang="en-US" dirty="0"/>
              <a:t>Title</a:t>
            </a:r>
          </a:p>
        </p:txBody>
      </p:sp>
      <p:sp>
        <p:nvSpPr>
          <p:cNvPr id="3" name="Content Placeholder 2"/>
          <p:cNvSpPr>
            <a:spLocks noGrp="1"/>
          </p:cNvSpPr>
          <p:nvPr>
            <p:ph sz="half" idx="1" hasCustomPrompt="1"/>
          </p:nvPr>
        </p:nvSpPr>
        <p:spPr>
          <a:xfrm>
            <a:off x="926758" y="2380595"/>
            <a:ext cx="4748828" cy="450383"/>
          </a:xfrm>
        </p:spPr>
        <p:txBody>
          <a:bodyPr>
            <a:normAutofit/>
          </a:bodyPr>
          <a:lstStyle>
            <a:lvl1pPr marL="0" indent="0">
              <a:buNone/>
              <a:tabLst>
                <a:tab pos="850392" algn="ctr"/>
                <a:tab pos="1545336" algn="ctr"/>
                <a:tab pos="2240280" algn="ctr"/>
                <a:tab pos="2926080" algn="ctr"/>
                <a:tab pos="3621024" algn="ctr"/>
                <a:tab pos="4315968" algn="ctr"/>
              </a:tabLst>
              <a:defRPr sz="2400">
                <a:solidFill>
                  <a:schemeClr val="tx2"/>
                </a:solidFill>
              </a:defRPr>
            </a:lvl1pPr>
          </a:lstStyle>
          <a:p>
            <a:pPr lvl="0"/>
            <a:r>
              <a:rPr lang="en-US" dirty="0"/>
              <a:t>Text</a:t>
            </a:r>
          </a:p>
        </p:txBody>
      </p:sp>
      <p:sp>
        <p:nvSpPr>
          <p:cNvPr id="4" name="Content Placeholder 3"/>
          <p:cNvSpPr>
            <a:spLocks noGrp="1"/>
          </p:cNvSpPr>
          <p:nvPr>
            <p:ph sz="half" idx="2" hasCustomPrompt="1"/>
          </p:nvPr>
        </p:nvSpPr>
        <p:spPr>
          <a:xfrm>
            <a:off x="6558454" y="2317530"/>
            <a:ext cx="4795345" cy="4083269"/>
          </a:xfrm>
        </p:spPr>
        <p:txBody>
          <a:bodyPr>
            <a:normAutofit/>
          </a:bodyPr>
          <a:lstStyle>
            <a:lvl1pPr marL="0" indent="0">
              <a:lnSpc>
                <a:spcPct val="137000"/>
              </a:lnSpc>
              <a:spcBef>
                <a:spcPts val="0"/>
              </a:spcBef>
              <a:buNone/>
              <a:defRPr sz="1700" baseline="0">
                <a:solidFill>
                  <a:schemeClr val="tx1">
                    <a:lumMod val="85000"/>
                    <a:lumOff val="15000"/>
                  </a:schemeClr>
                </a:solidFill>
              </a:defRPr>
            </a:lvl1pPr>
          </a:lstStyle>
          <a:p>
            <a:pPr lvl="0"/>
            <a:r>
              <a:rPr lang="en-US" dirty="0"/>
              <a:t>Text</a:t>
            </a:r>
          </a:p>
        </p:txBody>
      </p:sp>
      <p:sp>
        <p:nvSpPr>
          <p:cNvPr id="9" name="Text Placeholder 8"/>
          <p:cNvSpPr>
            <a:spLocks noGrp="1"/>
          </p:cNvSpPr>
          <p:nvPr>
            <p:ph type="body" sz="quarter" idx="10" hasCustomPrompt="1"/>
          </p:nvPr>
        </p:nvSpPr>
        <p:spPr>
          <a:xfrm>
            <a:off x="6557963" y="365125"/>
            <a:ext cx="4795837" cy="990709"/>
          </a:xfrm>
        </p:spPr>
        <p:txBody>
          <a:bodyPr anchor="ctr">
            <a:normAutofit/>
          </a:bodyPr>
          <a:lstStyle>
            <a:lvl1pPr marL="0" indent="0" algn="r">
              <a:buNone/>
              <a:defRPr sz="2400">
                <a:solidFill>
                  <a:schemeClr val="tx2"/>
                </a:solidFill>
                <a:latin typeface="+mj-lt"/>
              </a:defRPr>
            </a:lvl1pPr>
          </a:lstStyle>
          <a:p>
            <a:pPr lvl="0"/>
            <a:r>
              <a:rPr lang="en-US" dirty="0"/>
              <a:t>Month</a:t>
            </a:r>
          </a:p>
        </p:txBody>
      </p:sp>
      <p:grpSp>
        <p:nvGrpSpPr>
          <p:cNvPr id="23" name="Group 22" descr="Dashed lines"/>
          <p:cNvGrpSpPr/>
          <p:nvPr userDrawn="1"/>
        </p:nvGrpSpPr>
        <p:grpSpPr>
          <a:xfrm>
            <a:off x="6557963" y="2680139"/>
            <a:ext cx="4795836" cy="3565213"/>
            <a:chOff x="6557963" y="2680139"/>
            <a:chExt cx="4795836" cy="3565213"/>
          </a:xfrm>
        </p:grpSpPr>
        <p:cxnSp>
          <p:nvCxnSpPr>
            <p:cNvPr id="11" name="Straight Connector 10"/>
            <p:cNvCxnSpPr/>
            <p:nvPr userDrawn="1"/>
          </p:nvCxnSpPr>
          <p:spPr>
            <a:xfrm>
              <a:off x="6557963" y="2680139"/>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6557963" y="3037491"/>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6557963" y="3392424"/>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557963" y="3749040"/>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6557963" y="4105656"/>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6557963" y="4462272"/>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6557963" y="4818888"/>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557963" y="5175504"/>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userDrawn="1"/>
          </p:nvCxnSpPr>
          <p:spPr>
            <a:xfrm>
              <a:off x="6557963" y="5532120"/>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a:off x="6557963" y="5888736"/>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userDrawn="1"/>
          </p:nvCxnSpPr>
          <p:spPr>
            <a:xfrm>
              <a:off x="6557963" y="6245352"/>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24" name="Rectangle 23"/>
          <p:cNvSpPr/>
          <p:nvPr userDrawn="1"/>
        </p:nvSpPr>
        <p:spPr>
          <a:xfrm>
            <a:off x="838200" y="1618737"/>
            <a:ext cx="4837386" cy="54886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Text</a:t>
            </a:r>
          </a:p>
        </p:txBody>
      </p:sp>
      <p:grpSp>
        <p:nvGrpSpPr>
          <p:cNvPr id="25" name="Group 24" descr="Circle shapes"/>
          <p:cNvGrpSpPr/>
          <p:nvPr userDrawn="1"/>
        </p:nvGrpSpPr>
        <p:grpSpPr>
          <a:xfrm>
            <a:off x="987552" y="3151398"/>
            <a:ext cx="4471416" cy="2875416"/>
            <a:chOff x="987552" y="3151398"/>
            <a:chExt cx="4471416" cy="2875416"/>
          </a:xfrm>
        </p:grpSpPr>
        <p:grpSp>
          <p:nvGrpSpPr>
            <p:cNvPr id="26" name="Group 25"/>
            <p:cNvGrpSpPr/>
            <p:nvPr/>
          </p:nvGrpSpPr>
          <p:grpSpPr>
            <a:xfrm>
              <a:off x="987552" y="3151398"/>
              <a:ext cx="4471416" cy="310901"/>
              <a:chOff x="987552" y="3151398"/>
              <a:chExt cx="4471416" cy="310901"/>
            </a:xfrm>
          </p:grpSpPr>
          <p:sp>
            <p:nvSpPr>
              <p:cNvPr id="59" name="Oval 58"/>
              <p:cNvSpPr/>
              <p:nvPr/>
            </p:nvSpPr>
            <p:spPr>
              <a:xfrm>
                <a:off x="987552" y="3151403"/>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Oval 59"/>
              <p:cNvSpPr/>
              <p:nvPr/>
            </p:nvSpPr>
            <p:spPr>
              <a:xfrm>
                <a:off x="1682496" y="3151402"/>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Oval 60"/>
              <p:cNvSpPr/>
              <p:nvPr/>
            </p:nvSpPr>
            <p:spPr>
              <a:xfrm>
                <a:off x="2377440" y="3151400"/>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p:cNvSpPr/>
              <p:nvPr/>
            </p:nvSpPr>
            <p:spPr>
              <a:xfrm>
                <a:off x="3063240" y="3151400"/>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p:cNvSpPr/>
              <p:nvPr/>
            </p:nvSpPr>
            <p:spPr>
              <a:xfrm>
                <a:off x="3758184" y="3151400"/>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Oval 63"/>
              <p:cNvSpPr/>
              <p:nvPr/>
            </p:nvSpPr>
            <p:spPr>
              <a:xfrm>
                <a:off x="4453128" y="3151399"/>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Oval 64"/>
              <p:cNvSpPr/>
              <p:nvPr/>
            </p:nvSpPr>
            <p:spPr>
              <a:xfrm>
                <a:off x="5148072" y="3151398"/>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7" name="Group 26"/>
            <p:cNvGrpSpPr/>
            <p:nvPr/>
          </p:nvGrpSpPr>
          <p:grpSpPr>
            <a:xfrm>
              <a:off x="987552" y="3792532"/>
              <a:ext cx="4471416" cy="310901"/>
              <a:chOff x="987552" y="3792532"/>
              <a:chExt cx="4471416" cy="310901"/>
            </a:xfrm>
          </p:grpSpPr>
          <p:sp>
            <p:nvSpPr>
              <p:cNvPr id="52" name="Oval 51"/>
              <p:cNvSpPr/>
              <p:nvPr/>
            </p:nvSpPr>
            <p:spPr>
              <a:xfrm>
                <a:off x="987552" y="3792537"/>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p:cNvSpPr/>
              <p:nvPr/>
            </p:nvSpPr>
            <p:spPr>
              <a:xfrm>
                <a:off x="1682496" y="3792536"/>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53"/>
              <p:cNvSpPr/>
              <p:nvPr/>
            </p:nvSpPr>
            <p:spPr>
              <a:xfrm>
                <a:off x="2377440" y="3792534"/>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Oval 54"/>
              <p:cNvSpPr/>
              <p:nvPr/>
            </p:nvSpPr>
            <p:spPr>
              <a:xfrm>
                <a:off x="3063240" y="3792534"/>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p:cNvSpPr/>
              <p:nvPr/>
            </p:nvSpPr>
            <p:spPr>
              <a:xfrm>
                <a:off x="3758184" y="3792534"/>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p:cNvSpPr/>
              <p:nvPr/>
            </p:nvSpPr>
            <p:spPr>
              <a:xfrm>
                <a:off x="4453128" y="3792533"/>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p:cNvSpPr/>
              <p:nvPr/>
            </p:nvSpPr>
            <p:spPr>
              <a:xfrm>
                <a:off x="5148072" y="3792532"/>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8" name="Group 27"/>
            <p:cNvGrpSpPr/>
            <p:nvPr/>
          </p:nvGrpSpPr>
          <p:grpSpPr>
            <a:xfrm>
              <a:off x="987552" y="4433661"/>
              <a:ext cx="4471416" cy="310901"/>
              <a:chOff x="987552" y="4433661"/>
              <a:chExt cx="4471416" cy="310901"/>
            </a:xfrm>
          </p:grpSpPr>
          <p:sp>
            <p:nvSpPr>
              <p:cNvPr id="45" name="Oval 44"/>
              <p:cNvSpPr/>
              <p:nvPr/>
            </p:nvSpPr>
            <p:spPr>
              <a:xfrm>
                <a:off x="987552" y="4433666"/>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p:cNvSpPr/>
              <p:nvPr/>
            </p:nvSpPr>
            <p:spPr>
              <a:xfrm>
                <a:off x="1682496" y="4433665"/>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p:cNvSpPr/>
              <p:nvPr/>
            </p:nvSpPr>
            <p:spPr>
              <a:xfrm>
                <a:off x="2377440" y="4433663"/>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p:cNvSpPr/>
              <p:nvPr/>
            </p:nvSpPr>
            <p:spPr>
              <a:xfrm>
                <a:off x="3063240" y="4433663"/>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48"/>
              <p:cNvSpPr/>
              <p:nvPr/>
            </p:nvSpPr>
            <p:spPr>
              <a:xfrm>
                <a:off x="3758184" y="4433663"/>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49"/>
              <p:cNvSpPr/>
              <p:nvPr/>
            </p:nvSpPr>
            <p:spPr>
              <a:xfrm>
                <a:off x="4453128" y="4433662"/>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p:cNvSpPr/>
              <p:nvPr/>
            </p:nvSpPr>
            <p:spPr>
              <a:xfrm>
                <a:off x="5148072" y="4433661"/>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p:cNvGrpSpPr/>
            <p:nvPr/>
          </p:nvGrpSpPr>
          <p:grpSpPr>
            <a:xfrm>
              <a:off x="987552" y="5074788"/>
              <a:ext cx="4471416" cy="310901"/>
              <a:chOff x="987552" y="5074788"/>
              <a:chExt cx="4471416" cy="310901"/>
            </a:xfrm>
          </p:grpSpPr>
          <p:sp>
            <p:nvSpPr>
              <p:cNvPr id="38" name="Oval 37"/>
              <p:cNvSpPr/>
              <p:nvPr/>
            </p:nvSpPr>
            <p:spPr>
              <a:xfrm>
                <a:off x="987552" y="5074793"/>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p:cNvSpPr/>
              <p:nvPr/>
            </p:nvSpPr>
            <p:spPr>
              <a:xfrm>
                <a:off x="1682496" y="5074792"/>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p:cNvSpPr/>
              <p:nvPr/>
            </p:nvSpPr>
            <p:spPr>
              <a:xfrm>
                <a:off x="2377440" y="5074790"/>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p:cNvSpPr/>
              <p:nvPr/>
            </p:nvSpPr>
            <p:spPr>
              <a:xfrm>
                <a:off x="3063240" y="5074790"/>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p:cNvSpPr/>
              <p:nvPr/>
            </p:nvSpPr>
            <p:spPr>
              <a:xfrm>
                <a:off x="3758184" y="5074790"/>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p:cNvSpPr/>
              <p:nvPr/>
            </p:nvSpPr>
            <p:spPr>
              <a:xfrm>
                <a:off x="4453128" y="5074789"/>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43"/>
              <p:cNvSpPr/>
              <p:nvPr/>
            </p:nvSpPr>
            <p:spPr>
              <a:xfrm>
                <a:off x="5148072" y="5074788"/>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0" name="Group 29"/>
            <p:cNvGrpSpPr/>
            <p:nvPr/>
          </p:nvGrpSpPr>
          <p:grpSpPr>
            <a:xfrm>
              <a:off x="987552" y="5715913"/>
              <a:ext cx="4471416" cy="310901"/>
              <a:chOff x="987552" y="5715913"/>
              <a:chExt cx="4471416" cy="310901"/>
            </a:xfrm>
          </p:grpSpPr>
          <p:sp>
            <p:nvSpPr>
              <p:cNvPr id="31" name="Oval 30"/>
              <p:cNvSpPr/>
              <p:nvPr/>
            </p:nvSpPr>
            <p:spPr>
              <a:xfrm>
                <a:off x="987552" y="5715918"/>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p:cNvSpPr/>
              <p:nvPr/>
            </p:nvSpPr>
            <p:spPr>
              <a:xfrm>
                <a:off x="1682496" y="5715917"/>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p:cNvSpPr/>
              <p:nvPr/>
            </p:nvSpPr>
            <p:spPr>
              <a:xfrm>
                <a:off x="2377440" y="5715915"/>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p:cNvSpPr/>
              <p:nvPr/>
            </p:nvSpPr>
            <p:spPr>
              <a:xfrm>
                <a:off x="3063240" y="5715915"/>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p:cNvSpPr/>
              <p:nvPr/>
            </p:nvSpPr>
            <p:spPr>
              <a:xfrm>
                <a:off x="3758184" y="5715915"/>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p:cNvSpPr/>
              <p:nvPr/>
            </p:nvSpPr>
            <p:spPr>
              <a:xfrm>
                <a:off x="4453128" y="5715914"/>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p:cNvSpPr/>
              <p:nvPr/>
            </p:nvSpPr>
            <p:spPr>
              <a:xfrm>
                <a:off x="5148072" y="5715913"/>
                <a:ext cx="310896" cy="310896"/>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Tree>
    <p:extLst>
      <p:ext uri="{BB962C8B-B14F-4D97-AF65-F5344CB8AC3E}">
        <p14:creationId xmlns:p14="http://schemas.microsoft.com/office/powerpoint/2010/main" val="2242144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Month">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5"/>
            <a:ext cx="4837386" cy="990709"/>
          </a:xfrm>
        </p:spPr>
        <p:txBody>
          <a:bodyPr>
            <a:normAutofit/>
          </a:bodyPr>
          <a:lstStyle>
            <a:lvl1pPr>
              <a:defRPr sz="3600"/>
            </a:lvl1pPr>
          </a:lstStyle>
          <a:p>
            <a:r>
              <a:rPr lang="en-US" dirty="0"/>
              <a:t>Title</a:t>
            </a:r>
          </a:p>
        </p:txBody>
      </p:sp>
      <p:sp>
        <p:nvSpPr>
          <p:cNvPr id="3" name="Content Placeholder 2"/>
          <p:cNvSpPr>
            <a:spLocks noGrp="1"/>
          </p:cNvSpPr>
          <p:nvPr>
            <p:ph sz="half" idx="1" hasCustomPrompt="1"/>
          </p:nvPr>
        </p:nvSpPr>
        <p:spPr>
          <a:xfrm>
            <a:off x="896112" y="2929835"/>
            <a:ext cx="3310128" cy="369421"/>
          </a:xfrm>
        </p:spPr>
        <p:txBody>
          <a:bodyPr>
            <a:normAutofit/>
          </a:bodyPr>
          <a:lstStyle>
            <a:lvl1pPr marL="0" indent="0">
              <a:buNone/>
              <a:tabLst>
                <a:tab pos="576072" algn="ctr"/>
                <a:tab pos="1051560" algn="ctr"/>
                <a:tab pos="1527048" algn="ctr"/>
                <a:tab pos="2002536" algn="ctr"/>
                <a:tab pos="2478024" algn="ctr"/>
                <a:tab pos="2953512" algn="ctr"/>
              </a:tabLst>
              <a:defRPr sz="1700">
                <a:solidFill>
                  <a:schemeClr val="tx2"/>
                </a:solidFill>
              </a:defRPr>
            </a:lvl1pPr>
          </a:lstStyle>
          <a:p>
            <a:pPr lvl="0"/>
            <a:r>
              <a:rPr lang="en-US" dirty="0"/>
              <a:t>Text</a:t>
            </a:r>
          </a:p>
        </p:txBody>
      </p:sp>
      <p:sp>
        <p:nvSpPr>
          <p:cNvPr id="4" name="Content Placeholder 3"/>
          <p:cNvSpPr>
            <a:spLocks noGrp="1"/>
          </p:cNvSpPr>
          <p:nvPr>
            <p:ph sz="half" idx="2" hasCustomPrompt="1"/>
          </p:nvPr>
        </p:nvSpPr>
        <p:spPr>
          <a:xfrm>
            <a:off x="4442460" y="2930778"/>
            <a:ext cx="3310128" cy="362604"/>
          </a:xfrm>
        </p:spPr>
        <p:txBody>
          <a:bodyPr>
            <a:normAutofit/>
          </a:bodyPr>
          <a:lstStyle>
            <a:lvl1pPr marL="0" indent="0">
              <a:buNone/>
              <a:tabLst>
                <a:tab pos="576072" algn="ctr"/>
                <a:tab pos="1051560" algn="ctr"/>
                <a:tab pos="1527048" algn="ctr"/>
                <a:tab pos="2002536" algn="ctr"/>
                <a:tab pos="2478024" algn="ctr"/>
                <a:tab pos="2953512" algn="ctr"/>
              </a:tabLst>
              <a:defRPr sz="1700">
                <a:solidFill>
                  <a:schemeClr val="tx1">
                    <a:lumMod val="85000"/>
                    <a:lumOff val="15000"/>
                  </a:schemeClr>
                </a:solidFill>
              </a:defRPr>
            </a:lvl1pPr>
          </a:lstStyle>
          <a:p>
            <a:pPr lvl="0"/>
            <a:r>
              <a:rPr lang="en-US" dirty="0"/>
              <a:t>Text</a:t>
            </a:r>
          </a:p>
        </p:txBody>
      </p:sp>
      <p:sp>
        <p:nvSpPr>
          <p:cNvPr id="9" name="Text Placeholder 8"/>
          <p:cNvSpPr>
            <a:spLocks noGrp="1"/>
          </p:cNvSpPr>
          <p:nvPr>
            <p:ph type="body" sz="quarter" idx="10" hasCustomPrompt="1"/>
          </p:nvPr>
        </p:nvSpPr>
        <p:spPr>
          <a:xfrm>
            <a:off x="6557963" y="365125"/>
            <a:ext cx="4795837" cy="990709"/>
          </a:xfrm>
        </p:spPr>
        <p:txBody>
          <a:bodyPr anchor="ctr">
            <a:normAutofit/>
          </a:bodyPr>
          <a:lstStyle>
            <a:lvl1pPr marL="0" indent="0" algn="r">
              <a:buNone/>
              <a:defRPr sz="2400">
                <a:solidFill>
                  <a:schemeClr val="tx2"/>
                </a:solidFill>
                <a:latin typeface="+mj-lt"/>
              </a:defRPr>
            </a:lvl1pPr>
          </a:lstStyle>
          <a:p>
            <a:pPr lvl="0"/>
            <a:r>
              <a:rPr lang="en-US" dirty="0"/>
              <a:t>Month</a:t>
            </a:r>
          </a:p>
        </p:txBody>
      </p:sp>
      <p:sp>
        <p:nvSpPr>
          <p:cNvPr id="6" name="Content Placeholder 3"/>
          <p:cNvSpPr>
            <a:spLocks noGrp="1"/>
          </p:cNvSpPr>
          <p:nvPr>
            <p:ph sz="half" idx="11" hasCustomPrompt="1"/>
          </p:nvPr>
        </p:nvSpPr>
        <p:spPr>
          <a:xfrm>
            <a:off x="7988808" y="2929835"/>
            <a:ext cx="3310128" cy="369421"/>
          </a:xfrm>
        </p:spPr>
        <p:txBody>
          <a:bodyPr>
            <a:normAutofit/>
          </a:bodyPr>
          <a:lstStyle>
            <a:lvl1pPr marL="0" indent="0">
              <a:buNone/>
              <a:tabLst>
                <a:tab pos="576072" algn="ctr"/>
                <a:tab pos="1051560" algn="ctr"/>
                <a:tab pos="1527048" algn="ctr"/>
                <a:tab pos="2002536" algn="ctr"/>
                <a:tab pos="2478024" algn="ctr"/>
                <a:tab pos="2953512" algn="ctr"/>
              </a:tabLst>
              <a:defRPr sz="1700">
                <a:solidFill>
                  <a:schemeClr val="tx1">
                    <a:lumMod val="85000"/>
                    <a:lumOff val="15000"/>
                  </a:schemeClr>
                </a:solidFill>
              </a:defRPr>
            </a:lvl1pPr>
          </a:lstStyle>
          <a:p>
            <a:pPr lvl="0"/>
            <a:r>
              <a:rPr lang="en-US" dirty="0"/>
              <a:t>Text</a:t>
            </a:r>
          </a:p>
        </p:txBody>
      </p:sp>
      <p:sp>
        <p:nvSpPr>
          <p:cNvPr id="7" name="Rectangle 6"/>
          <p:cNvSpPr/>
          <p:nvPr userDrawn="1"/>
        </p:nvSpPr>
        <p:spPr>
          <a:xfrm>
            <a:off x="813486" y="1915303"/>
            <a:ext cx="3364993" cy="7537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Text</a:t>
            </a:r>
          </a:p>
        </p:txBody>
      </p:sp>
      <p:sp>
        <p:nvSpPr>
          <p:cNvPr id="8" name="Rectangle 7"/>
          <p:cNvSpPr/>
          <p:nvPr userDrawn="1"/>
        </p:nvSpPr>
        <p:spPr>
          <a:xfrm>
            <a:off x="4364076" y="1915303"/>
            <a:ext cx="3364992" cy="753762"/>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Text</a:t>
            </a:r>
          </a:p>
        </p:txBody>
      </p:sp>
      <p:sp>
        <p:nvSpPr>
          <p:cNvPr id="10" name="Rectangle 9"/>
          <p:cNvSpPr/>
          <p:nvPr userDrawn="1"/>
        </p:nvSpPr>
        <p:spPr>
          <a:xfrm>
            <a:off x="7914665" y="1920240"/>
            <a:ext cx="3364992" cy="75376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Text</a:t>
            </a:r>
          </a:p>
        </p:txBody>
      </p:sp>
      <p:grpSp>
        <p:nvGrpSpPr>
          <p:cNvPr id="11" name="Group 10" descr="Circle shapes"/>
          <p:cNvGrpSpPr/>
          <p:nvPr userDrawn="1"/>
        </p:nvGrpSpPr>
        <p:grpSpPr>
          <a:xfrm>
            <a:off x="964478" y="3558746"/>
            <a:ext cx="3082157" cy="2218040"/>
            <a:chOff x="976835" y="3558746"/>
            <a:chExt cx="3082157" cy="2218040"/>
          </a:xfrm>
        </p:grpSpPr>
        <p:grpSp>
          <p:nvGrpSpPr>
            <p:cNvPr id="12" name="Group 11"/>
            <p:cNvGrpSpPr/>
            <p:nvPr/>
          </p:nvGrpSpPr>
          <p:grpSpPr>
            <a:xfrm>
              <a:off x="977464" y="3558746"/>
              <a:ext cx="3081528" cy="228600"/>
              <a:chOff x="914400" y="3558746"/>
              <a:chExt cx="3081528" cy="228600"/>
            </a:xfrm>
          </p:grpSpPr>
          <p:sp>
            <p:nvSpPr>
              <p:cNvPr id="45" name="Oval 44"/>
              <p:cNvSpPr/>
              <p:nvPr/>
            </p:nvSpPr>
            <p:spPr>
              <a:xfrm>
                <a:off x="914400"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p:cNvSpPr/>
              <p:nvPr/>
            </p:nvSpPr>
            <p:spPr>
              <a:xfrm>
                <a:off x="1389888"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p:cNvSpPr/>
              <p:nvPr/>
            </p:nvSpPr>
            <p:spPr>
              <a:xfrm>
                <a:off x="1865376"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p:cNvSpPr/>
              <p:nvPr/>
            </p:nvSpPr>
            <p:spPr>
              <a:xfrm>
                <a:off x="2340864"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48"/>
              <p:cNvSpPr/>
              <p:nvPr/>
            </p:nvSpPr>
            <p:spPr>
              <a:xfrm>
                <a:off x="2816352"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49"/>
              <p:cNvSpPr/>
              <p:nvPr/>
            </p:nvSpPr>
            <p:spPr>
              <a:xfrm>
                <a:off x="3288425"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p:cNvSpPr/>
              <p:nvPr/>
            </p:nvSpPr>
            <p:spPr>
              <a:xfrm>
                <a:off x="3767328"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p:cNvGrpSpPr/>
            <p:nvPr/>
          </p:nvGrpSpPr>
          <p:grpSpPr>
            <a:xfrm>
              <a:off x="977464" y="4056106"/>
              <a:ext cx="3081528" cy="228600"/>
              <a:chOff x="914400" y="3558746"/>
              <a:chExt cx="3081528" cy="228600"/>
            </a:xfrm>
          </p:grpSpPr>
          <p:sp>
            <p:nvSpPr>
              <p:cNvPr id="38" name="Oval 37"/>
              <p:cNvSpPr/>
              <p:nvPr/>
            </p:nvSpPr>
            <p:spPr>
              <a:xfrm>
                <a:off x="914400"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p:cNvSpPr/>
              <p:nvPr/>
            </p:nvSpPr>
            <p:spPr>
              <a:xfrm>
                <a:off x="1389888"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p:cNvSpPr/>
              <p:nvPr/>
            </p:nvSpPr>
            <p:spPr>
              <a:xfrm>
                <a:off x="1865376"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p:cNvSpPr/>
              <p:nvPr/>
            </p:nvSpPr>
            <p:spPr>
              <a:xfrm>
                <a:off x="2340864"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p:cNvSpPr/>
              <p:nvPr/>
            </p:nvSpPr>
            <p:spPr>
              <a:xfrm>
                <a:off x="2816352"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p:cNvSpPr/>
              <p:nvPr/>
            </p:nvSpPr>
            <p:spPr>
              <a:xfrm>
                <a:off x="3288425"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43"/>
              <p:cNvSpPr/>
              <p:nvPr/>
            </p:nvSpPr>
            <p:spPr>
              <a:xfrm>
                <a:off x="3767328"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Group 13"/>
            <p:cNvGrpSpPr/>
            <p:nvPr/>
          </p:nvGrpSpPr>
          <p:grpSpPr>
            <a:xfrm>
              <a:off x="976835" y="4553466"/>
              <a:ext cx="3081528" cy="228600"/>
              <a:chOff x="914400" y="3558746"/>
              <a:chExt cx="3081528" cy="228600"/>
            </a:xfrm>
          </p:grpSpPr>
          <p:sp>
            <p:nvSpPr>
              <p:cNvPr id="31" name="Oval 30"/>
              <p:cNvSpPr/>
              <p:nvPr/>
            </p:nvSpPr>
            <p:spPr>
              <a:xfrm>
                <a:off x="914400"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p:cNvSpPr/>
              <p:nvPr/>
            </p:nvSpPr>
            <p:spPr>
              <a:xfrm>
                <a:off x="1389888"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p:cNvSpPr/>
              <p:nvPr/>
            </p:nvSpPr>
            <p:spPr>
              <a:xfrm>
                <a:off x="1865376"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p:cNvSpPr/>
              <p:nvPr/>
            </p:nvSpPr>
            <p:spPr>
              <a:xfrm>
                <a:off x="2340864"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p:cNvSpPr/>
              <p:nvPr/>
            </p:nvSpPr>
            <p:spPr>
              <a:xfrm>
                <a:off x="2816352"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p:cNvSpPr/>
              <p:nvPr/>
            </p:nvSpPr>
            <p:spPr>
              <a:xfrm>
                <a:off x="3288425"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p:cNvSpPr/>
              <p:nvPr/>
            </p:nvSpPr>
            <p:spPr>
              <a:xfrm>
                <a:off x="3767328"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 name="Group 14"/>
            <p:cNvGrpSpPr/>
            <p:nvPr/>
          </p:nvGrpSpPr>
          <p:grpSpPr>
            <a:xfrm>
              <a:off x="976835" y="5046565"/>
              <a:ext cx="3081528" cy="228600"/>
              <a:chOff x="914400" y="3558746"/>
              <a:chExt cx="3081528" cy="228600"/>
            </a:xfrm>
          </p:grpSpPr>
          <p:sp>
            <p:nvSpPr>
              <p:cNvPr id="24" name="Oval 23"/>
              <p:cNvSpPr/>
              <p:nvPr/>
            </p:nvSpPr>
            <p:spPr>
              <a:xfrm>
                <a:off x="914400"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p:cNvSpPr/>
              <p:nvPr/>
            </p:nvSpPr>
            <p:spPr>
              <a:xfrm>
                <a:off x="1389888"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p:cNvSpPr/>
              <p:nvPr/>
            </p:nvSpPr>
            <p:spPr>
              <a:xfrm>
                <a:off x="1865376"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p:cNvSpPr/>
              <p:nvPr/>
            </p:nvSpPr>
            <p:spPr>
              <a:xfrm>
                <a:off x="2340864"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p:cNvSpPr/>
              <p:nvPr/>
            </p:nvSpPr>
            <p:spPr>
              <a:xfrm>
                <a:off x="2816352"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p:cNvSpPr/>
              <p:nvPr/>
            </p:nvSpPr>
            <p:spPr>
              <a:xfrm>
                <a:off x="3288425"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p:cNvSpPr/>
              <p:nvPr/>
            </p:nvSpPr>
            <p:spPr>
              <a:xfrm>
                <a:off x="3767328"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p:cNvGrpSpPr/>
            <p:nvPr/>
          </p:nvGrpSpPr>
          <p:grpSpPr>
            <a:xfrm>
              <a:off x="976835" y="5548186"/>
              <a:ext cx="3081528" cy="228600"/>
              <a:chOff x="914400" y="3558746"/>
              <a:chExt cx="3081528" cy="228600"/>
            </a:xfrm>
          </p:grpSpPr>
          <p:sp>
            <p:nvSpPr>
              <p:cNvPr id="17" name="Oval 16"/>
              <p:cNvSpPr/>
              <p:nvPr/>
            </p:nvSpPr>
            <p:spPr>
              <a:xfrm>
                <a:off x="914400"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p:cNvSpPr/>
              <p:nvPr/>
            </p:nvSpPr>
            <p:spPr>
              <a:xfrm>
                <a:off x="1389888"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p:cNvSpPr/>
              <p:nvPr/>
            </p:nvSpPr>
            <p:spPr>
              <a:xfrm>
                <a:off x="1865376"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p:cNvSpPr/>
              <p:nvPr/>
            </p:nvSpPr>
            <p:spPr>
              <a:xfrm>
                <a:off x="2340864"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p:cNvSpPr/>
              <p:nvPr/>
            </p:nvSpPr>
            <p:spPr>
              <a:xfrm>
                <a:off x="2816352"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p:cNvSpPr/>
              <p:nvPr/>
            </p:nvSpPr>
            <p:spPr>
              <a:xfrm>
                <a:off x="3288425"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p:cNvSpPr/>
              <p:nvPr/>
            </p:nvSpPr>
            <p:spPr>
              <a:xfrm>
                <a:off x="3767328" y="3558746"/>
                <a:ext cx="228600" cy="228600"/>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52" name="Group 51" descr="Circle shapes"/>
          <p:cNvGrpSpPr/>
          <p:nvPr userDrawn="1"/>
        </p:nvGrpSpPr>
        <p:grpSpPr>
          <a:xfrm>
            <a:off x="4517850" y="3558746"/>
            <a:ext cx="3082157" cy="2218040"/>
            <a:chOff x="976835" y="3558746"/>
            <a:chExt cx="3082157" cy="2218040"/>
          </a:xfrm>
        </p:grpSpPr>
        <p:grpSp>
          <p:nvGrpSpPr>
            <p:cNvPr id="53" name="Group 52"/>
            <p:cNvGrpSpPr/>
            <p:nvPr/>
          </p:nvGrpSpPr>
          <p:grpSpPr>
            <a:xfrm>
              <a:off x="977464" y="3558746"/>
              <a:ext cx="3081528" cy="228600"/>
              <a:chOff x="914400" y="3558746"/>
              <a:chExt cx="3081528" cy="228600"/>
            </a:xfrm>
          </p:grpSpPr>
          <p:sp>
            <p:nvSpPr>
              <p:cNvPr id="86" name="Oval 85"/>
              <p:cNvSpPr/>
              <p:nvPr/>
            </p:nvSpPr>
            <p:spPr>
              <a:xfrm>
                <a:off x="914400"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Oval 86"/>
              <p:cNvSpPr/>
              <p:nvPr/>
            </p:nvSpPr>
            <p:spPr>
              <a:xfrm>
                <a:off x="1389888"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Oval 87"/>
              <p:cNvSpPr/>
              <p:nvPr/>
            </p:nvSpPr>
            <p:spPr>
              <a:xfrm>
                <a:off x="1865376"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Oval 88"/>
              <p:cNvSpPr/>
              <p:nvPr/>
            </p:nvSpPr>
            <p:spPr>
              <a:xfrm>
                <a:off x="2340864"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Oval 89"/>
              <p:cNvSpPr/>
              <p:nvPr/>
            </p:nvSpPr>
            <p:spPr>
              <a:xfrm>
                <a:off x="2816352"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Oval 90"/>
              <p:cNvSpPr/>
              <p:nvPr/>
            </p:nvSpPr>
            <p:spPr>
              <a:xfrm>
                <a:off x="3288425"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val 91"/>
              <p:cNvSpPr/>
              <p:nvPr/>
            </p:nvSpPr>
            <p:spPr>
              <a:xfrm>
                <a:off x="3767328"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4" name="Group 53"/>
            <p:cNvGrpSpPr/>
            <p:nvPr/>
          </p:nvGrpSpPr>
          <p:grpSpPr>
            <a:xfrm>
              <a:off x="977464" y="4056106"/>
              <a:ext cx="3081528" cy="228600"/>
              <a:chOff x="914400" y="3558746"/>
              <a:chExt cx="3081528" cy="228600"/>
            </a:xfrm>
          </p:grpSpPr>
          <p:sp>
            <p:nvSpPr>
              <p:cNvPr id="79" name="Oval 78"/>
              <p:cNvSpPr/>
              <p:nvPr/>
            </p:nvSpPr>
            <p:spPr>
              <a:xfrm>
                <a:off x="914400"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Oval 79"/>
              <p:cNvSpPr/>
              <p:nvPr/>
            </p:nvSpPr>
            <p:spPr>
              <a:xfrm>
                <a:off x="1389888"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Oval 80"/>
              <p:cNvSpPr/>
              <p:nvPr/>
            </p:nvSpPr>
            <p:spPr>
              <a:xfrm>
                <a:off x="1865376"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Oval 81"/>
              <p:cNvSpPr/>
              <p:nvPr/>
            </p:nvSpPr>
            <p:spPr>
              <a:xfrm>
                <a:off x="2340864"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Oval 82"/>
              <p:cNvSpPr/>
              <p:nvPr/>
            </p:nvSpPr>
            <p:spPr>
              <a:xfrm>
                <a:off x="2816352"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Oval 83"/>
              <p:cNvSpPr/>
              <p:nvPr/>
            </p:nvSpPr>
            <p:spPr>
              <a:xfrm>
                <a:off x="3288425"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Oval 84"/>
              <p:cNvSpPr/>
              <p:nvPr/>
            </p:nvSpPr>
            <p:spPr>
              <a:xfrm>
                <a:off x="3767328"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5" name="Group 54"/>
            <p:cNvGrpSpPr/>
            <p:nvPr/>
          </p:nvGrpSpPr>
          <p:grpSpPr>
            <a:xfrm>
              <a:off x="976835" y="4553466"/>
              <a:ext cx="3081528" cy="228600"/>
              <a:chOff x="914400" y="3558746"/>
              <a:chExt cx="3081528" cy="228600"/>
            </a:xfrm>
          </p:grpSpPr>
          <p:sp>
            <p:nvSpPr>
              <p:cNvPr id="72" name="Oval 71"/>
              <p:cNvSpPr/>
              <p:nvPr/>
            </p:nvSpPr>
            <p:spPr>
              <a:xfrm>
                <a:off x="914400"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Oval 72"/>
              <p:cNvSpPr/>
              <p:nvPr/>
            </p:nvSpPr>
            <p:spPr>
              <a:xfrm>
                <a:off x="1389888"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Oval 73"/>
              <p:cNvSpPr/>
              <p:nvPr/>
            </p:nvSpPr>
            <p:spPr>
              <a:xfrm>
                <a:off x="1865376"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p:cNvSpPr/>
              <p:nvPr/>
            </p:nvSpPr>
            <p:spPr>
              <a:xfrm>
                <a:off x="2340864"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p:cNvSpPr/>
              <p:nvPr/>
            </p:nvSpPr>
            <p:spPr>
              <a:xfrm>
                <a:off x="2816352"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Oval 76"/>
              <p:cNvSpPr/>
              <p:nvPr/>
            </p:nvSpPr>
            <p:spPr>
              <a:xfrm>
                <a:off x="3288425"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Oval 77"/>
              <p:cNvSpPr/>
              <p:nvPr/>
            </p:nvSpPr>
            <p:spPr>
              <a:xfrm>
                <a:off x="3767328"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6" name="Group 55"/>
            <p:cNvGrpSpPr/>
            <p:nvPr/>
          </p:nvGrpSpPr>
          <p:grpSpPr>
            <a:xfrm>
              <a:off x="976835" y="5046565"/>
              <a:ext cx="3081528" cy="228600"/>
              <a:chOff x="914400" y="3558746"/>
              <a:chExt cx="3081528" cy="228600"/>
            </a:xfrm>
          </p:grpSpPr>
          <p:sp>
            <p:nvSpPr>
              <p:cNvPr id="65" name="Oval 64"/>
              <p:cNvSpPr/>
              <p:nvPr/>
            </p:nvSpPr>
            <p:spPr>
              <a:xfrm>
                <a:off x="914400"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Oval 65"/>
              <p:cNvSpPr/>
              <p:nvPr/>
            </p:nvSpPr>
            <p:spPr>
              <a:xfrm>
                <a:off x="1389888"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Oval 66"/>
              <p:cNvSpPr/>
              <p:nvPr/>
            </p:nvSpPr>
            <p:spPr>
              <a:xfrm>
                <a:off x="1865376"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Oval 67"/>
              <p:cNvSpPr/>
              <p:nvPr/>
            </p:nvSpPr>
            <p:spPr>
              <a:xfrm>
                <a:off x="2340864"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Oval 68"/>
              <p:cNvSpPr/>
              <p:nvPr/>
            </p:nvSpPr>
            <p:spPr>
              <a:xfrm>
                <a:off x="2816352"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p:cNvSpPr/>
              <p:nvPr/>
            </p:nvSpPr>
            <p:spPr>
              <a:xfrm>
                <a:off x="3288425"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Oval 70"/>
              <p:cNvSpPr/>
              <p:nvPr/>
            </p:nvSpPr>
            <p:spPr>
              <a:xfrm>
                <a:off x="3767328"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7" name="Group 56"/>
            <p:cNvGrpSpPr/>
            <p:nvPr/>
          </p:nvGrpSpPr>
          <p:grpSpPr>
            <a:xfrm>
              <a:off x="976835" y="5548186"/>
              <a:ext cx="3081528" cy="228600"/>
              <a:chOff x="914400" y="3558746"/>
              <a:chExt cx="3081528" cy="228600"/>
            </a:xfrm>
          </p:grpSpPr>
          <p:sp>
            <p:nvSpPr>
              <p:cNvPr id="58" name="Oval 57"/>
              <p:cNvSpPr/>
              <p:nvPr/>
            </p:nvSpPr>
            <p:spPr>
              <a:xfrm>
                <a:off x="914400"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p:cNvSpPr/>
              <p:nvPr/>
            </p:nvSpPr>
            <p:spPr>
              <a:xfrm>
                <a:off x="1389888"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Oval 59"/>
              <p:cNvSpPr/>
              <p:nvPr/>
            </p:nvSpPr>
            <p:spPr>
              <a:xfrm>
                <a:off x="1865376"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Oval 60"/>
              <p:cNvSpPr/>
              <p:nvPr/>
            </p:nvSpPr>
            <p:spPr>
              <a:xfrm>
                <a:off x="2340864"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p:cNvSpPr/>
              <p:nvPr/>
            </p:nvSpPr>
            <p:spPr>
              <a:xfrm>
                <a:off x="2816352"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p:cNvSpPr/>
              <p:nvPr/>
            </p:nvSpPr>
            <p:spPr>
              <a:xfrm>
                <a:off x="3288425"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Oval 63"/>
              <p:cNvSpPr/>
              <p:nvPr/>
            </p:nvSpPr>
            <p:spPr>
              <a:xfrm>
                <a:off x="3767328" y="3558746"/>
                <a:ext cx="228600" cy="228600"/>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93" name="Group 92" descr="Circle shapes"/>
          <p:cNvGrpSpPr/>
          <p:nvPr userDrawn="1"/>
        </p:nvGrpSpPr>
        <p:grpSpPr>
          <a:xfrm>
            <a:off x="8068440" y="3558746"/>
            <a:ext cx="3082157" cy="2218040"/>
            <a:chOff x="976835" y="3558746"/>
            <a:chExt cx="3082157" cy="2218040"/>
          </a:xfrm>
        </p:grpSpPr>
        <p:grpSp>
          <p:nvGrpSpPr>
            <p:cNvPr id="94" name="Group 93"/>
            <p:cNvGrpSpPr/>
            <p:nvPr/>
          </p:nvGrpSpPr>
          <p:grpSpPr>
            <a:xfrm>
              <a:off x="977464" y="3558746"/>
              <a:ext cx="3081528" cy="228600"/>
              <a:chOff x="914400" y="3558746"/>
              <a:chExt cx="3081528" cy="228600"/>
            </a:xfrm>
          </p:grpSpPr>
          <p:sp>
            <p:nvSpPr>
              <p:cNvPr id="127" name="Oval 126"/>
              <p:cNvSpPr/>
              <p:nvPr/>
            </p:nvSpPr>
            <p:spPr>
              <a:xfrm>
                <a:off x="914400"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8" name="Oval 127"/>
              <p:cNvSpPr/>
              <p:nvPr/>
            </p:nvSpPr>
            <p:spPr>
              <a:xfrm>
                <a:off x="1389888"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p:cNvSpPr/>
              <p:nvPr/>
            </p:nvSpPr>
            <p:spPr>
              <a:xfrm>
                <a:off x="1865376"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Oval 129"/>
              <p:cNvSpPr/>
              <p:nvPr/>
            </p:nvSpPr>
            <p:spPr>
              <a:xfrm>
                <a:off x="2340864"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1" name="Oval 130"/>
              <p:cNvSpPr/>
              <p:nvPr/>
            </p:nvSpPr>
            <p:spPr>
              <a:xfrm>
                <a:off x="2816352"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2" name="Oval 131"/>
              <p:cNvSpPr/>
              <p:nvPr/>
            </p:nvSpPr>
            <p:spPr>
              <a:xfrm>
                <a:off x="3288425"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3" name="Oval 132"/>
              <p:cNvSpPr/>
              <p:nvPr/>
            </p:nvSpPr>
            <p:spPr>
              <a:xfrm>
                <a:off x="3767328"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95" name="Group 94"/>
            <p:cNvGrpSpPr/>
            <p:nvPr/>
          </p:nvGrpSpPr>
          <p:grpSpPr>
            <a:xfrm>
              <a:off x="977464" y="4056106"/>
              <a:ext cx="3081528" cy="228600"/>
              <a:chOff x="914400" y="3558746"/>
              <a:chExt cx="3081528" cy="228600"/>
            </a:xfrm>
          </p:grpSpPr>
          <p:sp>
            <p:nvSpPr>
              <p:cNvPr id="120" name="Oval 119"/>
              <p:cNvSpPr/>
              <p:nvPr/>
            </p:nvSpPr>
            <p:spPr>
              <a:xfrm>
                <a:off x="914400"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1" name="Oval 120"/>
              <p:cNvSpPr/>
              <p:nvPr/>
            </p:nvSpPr>
            <p:spPr>
              <a:xfrm>
                <a:off x="1389888"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Oval 121"/>
              <p:cNvSpPr/>
              <p:nvPr/>
            </p:nvSpPr>
            <p:spPr>
              <a:xfrm>
                <a:off x="1865376"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Oval 122"/>
              <p:cNvSpPr/>
              <p:nvPr/>
            </p:nvSpPr>
            <p:spPr>
              <a:xfrm>
                <a:off x="2340864"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4" name="Oval 123"/>
              <p:cNvSpPr/>
              <p:nvPr/>
            </p:nvSpPr>
            <p:spPr>
              <a:xfrm>
                <a:off x="2816352"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Oval 124"/>
              <p:cNvSpPr/>
              <p:nvPr/>
            </p:nvSpPr>
            <p:spPr>
              <a:xfrm>
                <a:off x="3288425"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Oval 125"/>
              <p:cNvSpPr/>
              <p:nvPr/>
            </p:nvSpPr>
            <p:spPr>
              <a:xfrm>
                <a:off x="3767328"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96" name="Group 95"/>
            <p:cNvGrpSpPr/>
            <p:nvPr/>
          </p:nvGrpSpPr>
          <p:grpSpPr>
            <a:xfrm>
              <a:off x="976835" y="4553466"/>
              <a:ext cx="3081528" cy="228600"/>
              <a:chOff x="914400" y="3558746"/>
              <a:chExt cx="3081528" cy="228600"/>
            </a:xfrm>
          </p:grpSpPr>
          <p:sp>
            <p:nvSpPr>
              <p:cNvPr id="113" name="Oval 112"/>
              <p:cNvSpPr/>
              <p:nvPr/>
            </p:nvSpPr>
            <p:spPr>
              <a:xfrm>
                <a:off x="914400"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Oval 113"/>
              <p:cNvSpPr/>
              <p:nvPr/>
            </p:nvSpPr>
            <p:spPr>
              <a:xfrm>
                <a:off x="1389888"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 name="Oval 114"/>
              <p:cNvSpPr/>
              <p:nvPr/>
            </p:nvSpPr>
            <p:spPr>
              <a:xfrm>
                <a:off x="1865376"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Oval 115"/>
              <p:cNvSpPr/>
              <p:nvPr/>
            </p:nvSpPr>
            <p:spPr>
              <a:xfrm>
                <a:off x="2340864"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7" name="Oval 116"/>
              <p:cNvSpPr/>
              <p:nvPr/>
            </p:nvSpPr>
            <p:spPr>
              <a:xfrm>
                <a:off x="2816352"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Oval 117"/>
              <p:cNvSpPr/>
              <p:nvPr/>
            </p:nvSpPr>
            <p:spPr>
              <a:xfrm>
                <a:off x="3288425"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 name="Oval 118"/>
              <p:cNvSpPr/>
              <p:nvPr/>
            </p:nvSpPr>
            <p:spPr>
              <a:xfrm>
                <a:off x="3767328"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97" name="Group 96"/>
            <p:cNvGrpSpPr/>
            <p:nvPr/>
          </p:nvGrpSpPr>
          <p:grpSpPr>
            <a:xfrm>
              <a:off x="976835" y="5046565"/>
              <a:ext cx="3081528" cy="228600"/>
              <a:chOff x="914400" y="3558746"/>
              <a:chExt cx="3081528" cy="228600"/>
            </a:xfrm>
          </p:grpSpPr>
          <p:sp>
            <p:nvSpPr>
              <p:cNvPr id="106" name="Oval 105"/>
              <p:cNvSpPr/>
              <p:nvPr/>
            </p:nvSpPr>
            <p:spPr>
              <a:xfrm>
                <a:off x="914400"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Oval 106"/>
              <p:cNvSpPr/>
              <p:nvPr/>
            </p:nvSpPr>
            <p:spPr>
              <a:xfrm>
                <a:off x="1389888"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Oval 107"/>
              <p:cNvSpPr/>
              <p:nvPr/>
            </p:nvSpPr>
            <p:spPr>
              <a:xfrm>
                <a:off x="1865376"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Oval 108"/>
              <p:cNvSpPr/>
              <p:nvPr/>
            </p:nvSpPr>
            <p:spPr>
              <a:xfrm>
                <a:off x="2340864"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Oval 109"/>
              <p:cNvSpPr/>
              <p:nvPr/>
            </p:nvSpPr>
            <p:spPr>
              <a:xfrm>
                <a:off x="2816352"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Oval 110"/>
              <p:cNvSpPr/>
              <p:nvPr/>
            </p:nvSpPr>
            <p:spPr>
              <a:xfrm>
                <a:off x="3288425"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Oval 111"/>
              <p:cNvSpPr/>
              <p:nvPr/>
            </p:nvSpPr>
            <p:spPr>
              <a:xfrm>
                <a:off x="3767328"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98" name="Group 97"/>
            <p:cNvGrpSpPr/>
            <p:nvPr/>
          </p:nvGrpSpPr>
          <p:grpSpPr>
            <a:xfrm>
              <a:off x="976835" y="5548186"/>
              <a:ext cx="3081528" cy="228600"/>
              <a:chOff x="914400" y="3558746"/>
              <a:chExt cx="3081528" cy="228600"/>
            </a:xfrm>
          </p:grpSpPr>
          <p:sp>
            <p:nvSpPr>
              <p:cNvPr id="99" name="Oval 98"/>
              <p:cNvSpPr/>
              <p:nvPr/>
            </p:nvSpPr>
            <p:spPr>
              <a:xfrm>
                <a:off x="914400"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Oval 99"/>
              <p:cNvSpPr/>
              <p:nvPr/>
            </p:nvSpPr>
            <p:spPr>
              <a:xfrm>
                <a:off x="1389888"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Oval 100"/>
              <p:cNvSpPr/>
              <p:nvPr/>
            </p:nvSpPr>
            <p:spPr>
              <a:xfrm>
                <a:off x="1865376"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Oval 101"/>
              <p:cNvSpPr/>
              <p:nvPr/>
            </p:nvSpPr>
            <p:spPr>
              <a:xfrm>
                <a:off x="2340864"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Oval 102"/>
              <p:cNvSpPr/>
              <p:nvPr/>
            </p:nvSpPr>
            <p:spPr>
              <a:xfrm>
                <a:off x="2816352"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Oval 103"/>
              <p:cNvSpPr/>
              <p:nvPr/>
            </p:nvSpPr>
            <p:spPr>
              <a:xfrm>
                <a:off x="3288425"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Oval 104"/>
              <p:cNvSpPr/>
              <p:nvPr/>
            </p:nvSpPr>
            <p:spPr>
              <a:xfrm>
                <a:off x="3767328" y="3558746"/>
                <a:ext cx="228600" cy="228600"/>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Tree>
    <p:extLst>
      <p:ext uri="{BB962C8B-B14F-4D97-AF65-F5344CB8AC3E}">
        <p14:creationId xmlns:p14="http://schemas.microsoft.com/office/powerpoint/2010/main" val="3319836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ight Month">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5"/>
            <a:ext cx="4837386" cy="990709"/>
          </a:xfrm>
        </p:spPr>
        <p:txBody>
          <a:bodyPr>
            <a:normAutofit/>
          </a:bodyPr>
          <a:lstStyle>
            <a:lvl1pPr>
              <a:defRPr sz="3600"/>
            </a:lvl1pPr>
          </a:lstStyle>
          <a:p>
            <a:r>
              <a:rPr lang="en-US" dirty="0"/>
              <a:t>Title</a:t>
            </a:r>
          </a:p>
        </p:txBody>
      </p:sp>
      <p:sp>
        <p:nvSpPr>
          <p:cNvPr id="3" name="Content Placeholder 2"/>
          <p:cNvSpPr>
            <a:spLocks noGrp="1"/>
          </p:cNvSpPr>
          <p:nvPr>
            <p:ph sz="half" idx="1" hasCustomPrompt="1"/>
          </p:nvPr>
        </p:nvSpPr>
        <p:spPr>
          <a:xfrm>
            <a:off x="838198" y="1877694"/>
            <a:ext cx="2487168" cy="369421"/>
          </a:xfrm>
        </p:spPr>
        <p:txBody>
          <a:bodyPr anchor="ctr">
            <a:normAutofit/>
          </a:bodyPr>
          <a:lstStyle>
            <a:lvl1pPr marL="0" indent="0">
              <a:buNone/>
              <a:tabLst>
                <a:tab pos="429768" algn="ctr"/>
                <a:tab pos="795528" algn="ctr"/>
                <a:tab pos="1161288" algn="ctr"/>
                <a:tab pos="1527048" algn="ctr"/>
                <a:tab pos="1892808" algn="ctr"/>
                <a:tab pos="2258568" algn="ctr"/>
              </a:tabLst>
              <a:defRPr sz="1400">
                <a:solidFill>
                  <a:schemeClr val="tx2"/>
                </a:solidFill>
              </a:defRPr>
            </a:lvl1pPr>
          </a:lstStyle>
          <a:p>
            <a:pPr lvl="0"/>
            <a:r>
              <a:rPr lang="en-US" dirty="0"/>
              <a:t>Text</a:t>
            </a:r>
          </a:p>
        </p:txBody>
      </p:sp>
      <p:sp>
        <p:nvSpPr>
          <p:cNvPr id="4" name="Content Placeholder 3"/>
          <p:cNvSpPr>
            <a:spLocks noGrp="1"/>
          </p:cNvSpPr>
          <p:nvPr>
            <p:ph sz="half" idx="2" hasCustomPrompt="1"/>
          </p:nvPr>
        </p:nvSpPr>
        <p:spPr>
          <a:xfrm>
            <a:off x="3541662" y="1877694"/>
            <a:ext cx="2487168" cy="362604"/>
          </a:xfrm>
        </p:spPr>
        <p:txBody>
          <a:bodyPr anchor="ctr">
            <a:normAutofit/>
          </a:bodyPr>
          <a:lstStyle>
            <a:lvl1pPr marL="0" indent="0">
              <a:buNone/>
              <a:tabLst>
                <a:tab pos="429768" algn="ctr"/>
                <a:tab pos="795528" algn="ctr"/>
                <a:tab pos="1161288" algn="ctr"/>
                <a:tab pos="1527048" algn="ctr"/>
                <a:tab pos="1892808" algn="ctr"/>
                <a:tab pos="2258568" algn="ctr"/>
              </a:tabLst>
              <a:defRPr sz="1400">
                <a:solidFill>
                  <a:schemeClr val="tx1">
                    <a:lumMod val="85000"/>
                    <a:lumOff val="15000"/>
                  </a:schemeClr>
                </a:solidFill>
              </a:defRPr>
            </a:lvl1pPr>
          </a:lstStyle>
          <a:p>
            <a:pPr lvl="0"/>
            <a:r>
              <a:rPr lang="en-US" dirty="0"/>
              <a:t>Text</a:t>
            </a:r>
          </a:p>
        </p:txBody>
      </p:sp>
      <p:sp>
        <p:nvSpPr>
          <p:cNvPr id="9" name="Text Placeholder 8"/>
          <p:cNvSpPr>
            <a:spLocks noGrp="1"/>
          </p:cNvSpPr>
          <p:nvPr>
            <p:ph type="body" sz="quarter" idx="10" hasCustomPrompt="1"/>
          </p:nvPr>
        </p:nvSpPr>
        <p:spPr>
          <a:xfrm>
            <a:off x="6557963" y="365125"/>
            <a:ext cx="4795837" cy="990709"/>
          </a:xfrm>
        </p:spPr>
        <p:txBody>
          <a:bodyPr anchor="ctr">
            <a:normAutofit/>
          </a:bodyPr>
          <a:lstStyle>
            <a:lvl1pPr marL="0" indent="0" algn="r">
              <a:buNone/>
              <a:defRPr sz="2400">
                <a:solidFill>
                  <a:schemeClr val="tx2"/>
                </a:solidFill>
                <a:latin typeface="+mj-lt"/>
              </a:defRPr>
            </a:lvl1pPr>
          </a:lstStyle>
          <a:p>
            <a:pPr lvl="0"/>
            <a:r>
              <a:rPr lang="en-US" dirty="0"/>
              <a:t>Month</a:t>
            </a:r>
          </a:p>
        </p:txBody>
      </p:sp>
      <p:sp>
        <p:nvSpPr>
          <p:cNvPr id="6" name="Content Placeholder 3"/>
          <p:cNvSpPr>
            <a:spLocks noGrp="1"/>
          </p:cNvSpPr>
          <p:nvPr>
            <p:ph sz="half" idx="11" hasCustomPrompt="1"/>
          </p:nvPr>
        </p:nvSpPr>
        <p:spPr>
          <a:xfrm>
            <a:off x="6213291" y="1881347"/>
            <a:ext cx="2487168" cy="369421"/>
          </a:xfrm>
        </p:spPr>
        <p:txBody>
          <a:bodyPr anchor="ctr">
            <a:normAutofit/>
          </a:bodyPr>
          <a:lstStyle>
            <a:lvl1pPr marL="0" indent="0">
              <a:buNone/>
              <a:tabLst>
                <a:tab pos="429768" algn="ctr"/>
                <a:tab pos="795528" algn="ctr"/>
                <a:tab pos="1161288" algn="ctr"/>
                <a:tab pos="1527048" algn="ctr"/>
                <a:tab pos="1892808" algn="ctr"/>
                <a:tab pos="2258568" algn="ctr"/>
              </a:tabLst>
              <a:defRPr sz="1400">
                <a:solidFill>
                  <a:schemeClr val="tx1">
                    <a:lumMod val="85000"/>
                    <a:lumOff val="15000"/>
                  </a:schemeClr>
                </a:solidFill>
              </a:defRPr>
            </a:lvl1pPr>
          </a:lstStyle>
          <a:p>
            <a:pPr lvl="0"/>
            <a:r>
              <a:rPr lang="en-US" dirty="0"/>
              <a:t>Text</a:t>
            </a:r>
          </a:p>
        </p:txBody>
      </p:sp>
      <p:sp>
        <p:nvSpPr>
          <p:cNvPr id="7" name="Content Placeholder 3"/>
          <p:cNvSpPr>
            <a:spLocks noGrp="1"/>
          </p:cNvSpPr>
          <p:nvPr>
            <p:ph sz="half" idx="12" hasCustomPrompt="1"/>
          </p:nvPr>
        </p:nvSpPr>
        <p:spPr>
          <a:xfrm>
            <a:off x="8884920" y="1881348"/>
            <a:ext cx="2487168" cy="369421"/>
          </a:xfrm>
        </p:spPr>
        <p:txBody>
          <a:bodyPr anchor="ctr">
            <a:normAutofit/>
          </a:bodyPr>
          <a:lstStyle>
            <a:lvl1pPr marL="0" indent="0">
              <a:buNone/>
              <a:tabLst>
                <a:tab pos="429768" algn="ctr"/>
                <a:tab pos="795528" algn="ctr"/>
                <a:tab pos="1161288" algn="ctr"/>
                <a:tab pos="1527048" algn="ctr"/>
                <a:tab pos="1892808" algn="ctr"/>
                <a:tab pos="2258568" algn="ctr"/>
              </a:tabLst>
              <a:defRPr sz="1400">
                <a:solidFill>
                  <a:schemeClr val="tx1">
                    <a:lumMod val="85000"/>
                    <a:lumOff val="15000"/>
                  </a:schemeClr>
                </a:solidFill>
              </a:defRPr>
            </a:lvl1pPr>
          </a:lstStyle>
          <a:p>
            <a:pPr lvl="0"/>
            <a:r>
              <a:rPr lang="en-US" dirty="0"/>
              <a:t>Text</a:t>
            </a:r>
          </a:p>
        </p:txBody>
      </p:sp>
      <p:sp>
        <p:nvSpPr>
          <p:cNvPr id="13" name="Rectangle 12"/>
          <p:cNvSpPr/>
          <p:nvPr userDrawn="1"/>
        </p:nvSpPr>
        <p:spPr>
          <a:xfrm>
            <a:off x="838198" y="1355834"/>
            <a:ext cx="2468880" cy="51330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Text</a:t>
            </a:r>
          </a:p>
        </p:txBody>
      </p:sp>
      <p:sp>
        <p:nvSpPr>
          <p:cNvPr id="14" name="Rectangle 13"/>
          <p:cNvSpPr/>
          <p:nvPr userDrawn="1"/>
        </p:nvSpPr>
        <p:spPr>
          <a:xfrm>
            <a:off x="3541662" y="1355834"/>
            <a:ext cx="2468880" cy="51330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Text</a:t>
            </a:r>
          </a:p>
        </p:txBody>
      </p:sp>
      <p:sp>
        <p:nvSpPr>
          <p:cNvPr id="15" name="Rectangle 14"/>
          <p:cNvSpPr/>
          <p:nvPr userDrawn="1"/>
        </p:nvSpPr>
        <p:spPr>
          <a:xfrm>
            <a:off x="6213291" y="1355834"/>
            <a:ext cx="2468880" cy="51330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Text</a:t>
            </a:r>
          </a:p>
        </p:txBody>
      </p:sp>
      <p:sp>
        <p:nvSpPr>
          <p:cNvPr id="16" name="Rectangle 15"/>
          <p:cNvSpPr/>
          <p:nvPr userDrawn="1"/>
        </p:nvSpPr>
        <p:spPr>
          <a:xfrm>
            <a:off x="8884920" y="1355834"/>
            <a:ext cx="2468880" cy="51330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Text</a:t>
            </a:r>
          </a:p>
        </p:txBody>
      </p:sp>
      <p:grpSp>
        <p:nvGrpSpPr>
          <p:cNvPr id="21" name="Group 20" descr="Circle shapes"/>
          <p:cNvGrpSpPr/>
          <p:nvPr userDrawn="1"/>
        </p:nvGrpSpPr>
        <p:grpSpPr>
          <a:xfrm>
            <a:off x="905433" y="2393577"/>
            <a:ext cx="2358975" cy="1394592"/>
            <a:chOff x="905433" y="2595282"/>
            <a:chExt cx="2358975" cy="1394592"/>
          </a:xfrm>
        </p:grpSpPr>
        <p:grpSp>
          <p:nvGrpSpPr>
            <p:cNvPr id="22" name="Group 21"/>
            <p:cNvGrpSpPr/>
            <p:nvPr/>
          </p:nvGrpSpPr>
          <p:grpSpPr>
            <a:xfrm>
              <a:off x="905433" y="2595282"/>
              <a:ext cx="2358975" cy="179758"/>
              <a:chOff x="891986" y="2595282"/>
              <a:chExt cx="2358975" cy="179758"/>
            </a:xfrm>
          </p:grpSpPr>
          <p:sp>
            <p:nvSpPr>
              <p:cNvPr id="55" name="Oval 54"/>
              <p:cNvSpPr/>
              <p:nvPr/>
            </p:nvSpPr>
            <p:spPr>
              <a:xfrm>
                <a:off x="891986" y="2595282"/>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p:cNvSpPr/>
              <p:nvPr/>
            </p:nvSpPr>
            <p:spPr>
              <a:xfrm>
                <a:off x="1248425" y="2596896"/>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Oval 56"/>
              <p:cNvSpPr/>
              <p:nvPr/>
            </p:nvSpPr>
            <p:spPr>
              <a:xfrm>
                <a:off x="1614185" y="2595282"/>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p:cNvSpPr/>
              <p:nvPr/>
            </p:nvSpPr>
            <p:spPr>
              <a:xfrm>
                <a:off x="1979945" y="2596896"/>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p:cNvSpPr/>
              <p:nvPr/>
            </p:nvSpPr>
            <p:spPr>
              <a:xfrm>
                <a:off x="2345705" y="2596896"/>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Oval 59"/>
              <p:cNvSpPr/>
              <p:nvPr/>
            </p:nvSpPr>
            <p:spPr>
              <a:xfrm>
                <a:off x="2711465" y="2600228"/>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Oval 60"/>
              <p:cNvSpPr/>
              <p:nvPr/>
            </p:nvSpPr>
            <p:spPr>
              <a:xfrm>
                <a:off x="3077225" y="2595282"/>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3" name="Group 22"/>
            <p:cNvGrpSpPr/>
            <p:nvPr/>
          </p:nvGrpSpPr>
          <p:grpSpPr>
            <a:xfrm>
              <a:off x="905433" y="2903611"/>
              <a:ext cx="2358975" cy="179758"/>
              <a:chOff x="891986" y="2595282"/>
              <a:chExt cx="2358975" cy="179758"/>
            </a:xfrm>
          </p:grpSpPr>
          <p:sp>
            <p:nvSpPr>
              <p:cNvPr id="48" name="Oval 47"/>
              <p:cNvSpPr/>
              <p:nvPr/>
            </p:nvSpPr>
            <p:spPr>
              <a:xfrm>
                <a:off x="891986" y="2595282"/>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48"/>
              <p:cNvSpPr/>
              <p:nvPr/>
            </p:nvSpPr>
            <p:spPr>
              <a:xfrm>
                <a:off x="1248425" y="2596896"/>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Oval 49"/>
              <p:cNvSpPr/>
              <p:nvPr/>
            </p:nvSpPr>
            <p:spPr>
              <a:xfrm>
                <a:off x="1614185" y="2595282"/>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p:cNvSpPr/>
              <p:nvPr/>
            </p:nvSpPr>
            <p:spPr>
              <a:xfrm>
                <a:off x="1979945" y="2596896"/>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p:cNvSpPr/>
              <p:nvPr/>
            </p:nvSpPr>
            <p:spPr>
              <a:xfrm>
                <a:off x="2345705" y="2596896"/>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p:cNvSpPr/>
              <p:nvPr/>
            </p:nvSpPr>
            <p:spPr>
              <a:xfrm>
                <a:off x="2711465" y="2600228"/>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Oval 53"/>
              <p:cNvSpPr/>
              <p:nvPr/>
            </p:nvSpPr>
            <p:spPr>
              <a:xfrm>
                <a:off x="3077225" y="2595282"/>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oup 23"/>
            <p:cNvGrpSpPr/>
            <p:nvPr/>
          </p:nvGrpSpPr>
          <p:grpSpPr>
            <a:xfrm>
              <a:off x="905433" y="3205216"/>
              <a:ext cx="2358975" cy="179758"/>
              <a:chOff x="891986" y="2595282"/>
              <a:chExt cx="2358975" cy="179758"/>
            </a:xfrm>
          </p:grpSpPr>
          <p:sp>
            <p:nvSpPr>
              <p:cNvPr id="41" name="Oval 40"/>
              <p:cNvSpPr/>
              <p:nvPr/>
            </p:nvSpPr>
            <p:spPr>
              <a:xfrm>
                <a:off x="891986" y="2595282"/>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p:cNvSpPr/>
              <p:nvPr/>
            </p:nvSpPr>
            <p:spPr>
              <a:xfrm>
                <a:off x="1248425" y="2596896"/>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p:cNvSpPr/>
              <p:nvPr/>
            </p:nvSpPr>
            <p:spPr>
              <a:xfrm>
                <a:off x="1614185" y="2595282"/>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43"/>
              <p:cNvSpPr/>
              <p:nvPr/>
            </p:nvSpPr>
            <p:spPr>
              <a:xfrm>
                <a:off x="1979945" y="2596896"/>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Oval 44"/>
              <p:cNvSpPr/>
              <p:nvPr/>
            </p:nvSpPr>
            <p:spPr>
              <a:xfrm>
                <a:off x="2345705" y="2596896"/>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p:cNvSpPr/>
              <p:nvPr/>
            </p:nvSpPr>
            <p:spPr>
              <a:xfrm>
                <a:off x="2711465" y="2600228"/>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p:cNvSpPr/>
              <p:nvPr/>
            </p:nvSpPr>
            <p:spPr>
              <a:xfrm>
                <a:off x="3077225" y="2595282"/>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5" name="Group 24"/>
            <p:cNvGrpSpPr/>
            <p:nvPr/>
          </p:nvGrpSpPr>
          <p:grpSpPr>
            <a:xfrm>
              <a:off x="905433" y="3500097"/>
              <a:ext cx="2358975" cy="179758"/>
              <a:chOff x="891986" y="2595282"/>
              <a:chExt cx="2358975" cy="179758"/>
            </a:xfrm>
          </p:grpSpPr>
          <p:sp>
            <p:nvSpPr>
              <p:cNvPr id="34" name="Oval 33"/>
              <p:cNvSpPr/>
              <p:nvPr/>
            </p:nvSpPr>
            <p:spPr>
              <a:xfrm>
                <a:off x="891986" y="2595282"/>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p:cNvSpPr/>
              <p:nvPr/>
            </p:nvSpPr>
            <p:spPr>
              <a:xfrm>
                <a:off x="1248425" y="2596896"/>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p:cNvSpPr/>
              <p:nvPr/>
            </p:nvSpPr>
            <p:spPr>
              <a:xfrm>
                <a:off x="1614185" y="2595282"/>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p:cNvSpPr/>
              <p:nvPr/>
            </p:nvSpPr>
            <p:spPr>
              <a:xfrm>
                <a:off x="1979945" y="2596896"/>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Oval 37"/>
              <p:cNvSpPr/>
              <p:nvPr/>
            </p:nvSpPr>
            <p:spPr>
              <a:xfrm>
                <a:off x="2345705" y="2596896"/>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p:cNvSpPr/>
              <p:nvPr/>
            </p:nvSpPr>
            <p:spPr>
              <a:xfrm>
                <a:off x="2711465" y="2600228"/>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p:cNvSpPr/>
              <p:nvPr/>
            </p:nvSpPr>
            <p:spPr>
              <a:xfrm>
                <a:off x="3077225" y="2595282"/>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6" name="Group 25"/>
            <p:cNvGrpSpPr/>
            <p:nvPr/>
          </p:nvGrpSpPr>
          <p:grpSpPr>
            <a:xfrm>
              <a:off x="905433" y="3810116"/>
              <a:ext cx="2358975" cy="179758"/>
              <a:chOff x="891986" y="2595282"/>
              <a:chExt cx="2358975" cy="179758"/>
            </a:xfrm>
          </p:grpSpPr>
          <p:sp>
            <p:nvSpPr>
              <p:cNvPr id="27" name="Oval 26"/>
              <p:cNvSpPr/>
              <p:nvPr/>
            </p:nvSpPr>
            <p:spPr>
              <a:xfrm>
                <a:off x="891986" y="2595282"/>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p:cNvSpPr/>
              <p:nvPr/>
            </p:nvSpPr>
            <p:spPr>
              <a:xfrm>
                <a:off x="1248425" y="2596896"/>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Oval 28"/>
              <p:cNvSpPr/>
              <p:nvPr/>
            </p:nvSpPr>
            <p:spPr>
              <a:xfrm>
                <a:off x="1614185" y="2595282"/>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p:cNvSpPr/>
              <p:nvPr/>
            </p:nvSpPr>
            <p:spPr>
              <a:xfrm>
                <a:off x="1979945" y="2596896"/>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p:cNvSpPr/>
              <p:nvPr/>
            </p:nvSpPr>
            <p:spPr>
              <a:xfrm>
                <a:off x="2345705" y="2596896"/>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p:cNvSpPr/>
              <p:nvPr/>
            </p:nvSpPr>
            <p:spPr>
              <a:xfrm>
                <a:off x="2711465" y="2600228"/>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p:cNvSpPr/>
              <p:nvPr/>
            </p:nvSpPr>
            <p:spPr>
              <a:xfrm>
                <a:off x="3077225" y="2595282"/>
                <a:ext cx="173736" cy="174812"/>
              </a:xfrm>
              <a:prstGeom prst="ellips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62" name="Group 61" descr="Circle shapes"/>
          <p:cNvGrpSpPr/>
          <p:nvPr userDrawn="1"/>
        </p:nvGrpSpPr>
        <p:grpSpPr>
          <a:xfrm>
            <a:off x="6287795" y="2393577"/>
            <a:ext cx="2358975" cy="1394592"/>
            <a:chOff x="905433" y="2595282"/>
            <a:chExt cx="2358975" cy="1394592"/>
          </a:xfrm>
        </p:grpSpPr>
        <p:grpSp>
          <p:nvGrpSpPr>
            <p:cNvPr id="63" name="Group 62"/>
            <p:cNvGrpSpPr/>
            <p:nvPr/>
          </p:nvGrpSpPr>
          <p:grpSpPr>
            <a:xfrm>
              <a:off x="905433" y="2595282"/>
              <a:ext cx="2358975" cy="179758"/>
              <a:chOff x="891986" y="2595282"/>
              <a:chExt cx="2358975" cy="179758"/>
            </a:xfrm>
          </p:grpSpPr>
          <p:sp>
            <p:nvSpPr>
              <p:cNvPr id="96" name="Oval 95"/>
              <p:cNvSpPr/>
              <p:nvPr/>
            </p:nvSpPr>
            <p:spPr>
              <a:xfrm>
                <a:off x="891986" y="2595282"/>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Oval 96"/>
              <p:cNvSpPr/>
              <p:nvPr/>
            </p:nvSpPr>
            <p:spPr>
              <a:xfrm>
                <a:off x="1248425" y="2596896"/>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Oval 97"/>
              <p:cNvSpPr/>
              <p:nvPr/>
            </p:nvSpPr>
            <p:spPr>
              <a:xfrm>
                <a:off x="1614185" y="2595282"/>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9" name="Oval 98"/>
              <p:cNvSpPr/>
              <p:nvPr/>
            </p:nvSpPr>
            <p:spPr>
              <a:xfrm>
                <a:off x="1979945" y="2596896"/>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Oval 99"/>
              <p:cNvSpPr/>
              <p:nvPr/>
            </p:nvSpPr>
            <p:spPr>
              <a:xfrm>
                <a:off x="2345705" y="2596896"/>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Oval 100"/>
              <p:cNvSpPr/>
              <p:nvPr/>
            </p:nvSpPr>
            <p:spPr>
              <a:xfrm>
                <a:off x="2711465" y="2600228"/>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Oval 101"/>
              <p:cNvSpPr/>
              <p:nvPr/>
            </p:nvSpPr>
            <p:spPr>
              <a:xfrm>
                <a:off x="3077225" y="2595282"/>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4" name="Group 63"/>
            <p:cNvGrpSpPr/>
            <p:nvPr/>
          </p:nvGrpSpPr>
          <p:grpSpPr>
            <a:xfrm>
              <a:off x="905433" y="2903611"/>
              <a:ext cx="2358975" cy="179758"/>
              <a:chOff x="891986" y="2595282"/>
              <a:chExt cx="2358975" cy="179758"/>
            </a:xfrm>
          </p:grpSpPr>
          <p:sp>
            <p:nvSpPr>
              <p:cNvPr id="89" name="Oval 88"/>
              <p:cNvSpPr/>
              <p:nvPr/>
            </p:nvSpPr>
            <p:spPr>
              <a:xfrm>
                <a:off x="891986" y="2595282"/>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Oval 89"/>
              <p:cNvSpPr/>
              <p:nvPr/>
            </p:nvSpPr>
            <p:spPr>
              <a:xfrm>
                <a:off x="1248425" y="2596896"/>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Oval 90"/>
              <p:cNvSpPr/>
              <p:nvPr/>
            </p:nvSpPr>
            <p:spPr>
              <a:xfrm>
                <a:off x="1614185" y="2595282"/>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val 91"/>
              <p:cNvSpPr/>
              <p:nvPr/>
            </p:nvSpPr>
            <p:spPr>
              <a:xfrm>
                <a:off x="1979945" y="2596896"/>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Oval 92"/>
              <p:cNvSpPr/>
              <p:nvPr/>
            </p:nvSpPr>
            <p:spPr>
              <a:xfrm>
                <a:off x="2345705" y="2596896"/>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Oval 93"/>
              <p:cNvSpPr/>
              <p:nvPr/>
            </p:nvSpPr>
            <p:spPr>
              <a:xfrm>
                <a:off x="2711465" y="2600228"/>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Oval 94"/>
              <p:cNvSpPr/>
              <p:nvPr/>
            </p:nvSpPr>
            <p:spPr>
              <a:xfrm>
                <a:off x="3077225" y="2595282"/>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5" name="Group 64"/>
            <p:cNvGrpSpPr/>
            <p:nvPr/>
          </p:nvGrpSpPr>
          <p:grpSpPr>
            <a:xfrm>
              <a:off x="905433" y="3205216"/>
              <a:ext cx="2358975" cy="179758"/>
              <a:chOff x="891986" y="2595282"/>
              <a:chExt cx="2358975" cy="179758"/>
            </a:xfrm>
          </p:grpSpPr>
          <p:sp>
            <p:nvSpPr>
              <p:cNvPr id="82" name="Oval 81"/>
              <p:cNvSpPr/>
              <p:nvPr/>
            </p:nvSpPr>
            <p:spPr>
              <a:xfrm>
                <a:off x="891986" y="2595282"/>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Oval 82"/>
              <p:cNvSpPr/>
              <p:nvPr/>
            </p:nvSpPr>
            <p:spPr>
              <a:xfrm>
                <a:off x="1248425" y="2596896"/>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Oval 83"/>
              <p:cNvSpPr/>
              <p:nvPr/>
            </p:nvSpPr>
            <p:spPr>
              <a:xfrm>
                <a:off x="1614185" y="2595282"/>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Oval 84"/>
              <p:cNvSpPr/>
              <p:nvPr/>
            </p:nvSpPr>
            <p:spPr>
              <a:xfrm>
                <a:off x="1979945" y="2596896"/>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Oval 85"/>
              <p:cNvSpPr/>
              <p:nvPr/>
            </p:nvSpPr>
            <p:spPr>
              <a:xfrm>
                <a:off x="2345705" y="2596896"/>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Oval 86"/>
              <p:cNvSpPr/>
              <p:nvPr/>
            </p:nvSpPr>
            <p:spPr>
              <a:xfrm>
                <a:off x="2711465" y="2600228"/>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Oval 87"/>
              <p:cNvSpPr/>
              <p:nvPr/>
            </p:nvSpPr>
            <p:spPr>
              <a:xfrm>
                <a:off x="3077225" y="2595282"/>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6" name="Group 65"/>
            <p:cNvGrpSpPr/>
            <p:nvPr/>
          </p:nvGrpSpPr>
          <p:grpSpPr>
            <a:xfrm>
              <a:off x="905433" y="3500097"/>
              <a:ext cx="2358975" cy="179758"/>
              <a:chOff x="891986" y="2595282"/>
              <a:chExt cx="2358975" cy="179758"/>
            </a:xfrm>
          </p:grpSpPr>
          <p:sp>
            <p:nvSpPr>
              <p:cNvPr id="75" name="Oval 74"/>
              <p:cNvSpPr/>
              <p:nvPr/>
            </p:nvSpPr>
            <p:spPr>
              <a:xfrm>
                <a:off x="891986" y="2595282"/>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p:cNvSpPr/>
              <p:nvPr/>
            </p:nvSpPr>
            <p:spPr>
              <a:xfrm>
                <a:off x="1248425" y="2596896"/>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Oval 76"/>
              <p:cNvSpPr/>
              <p:nvPr/>
            </p:nvSpPr>
            <p:spPr>
              <a:xfrm>
                <a:off x="1614185" y="2595282"/>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Oval 77"/>
              <p:cNvSpPr/>
              <p:nvPr/>
            </p:nvSpPr>
            <p:spPr>
              <a:xfrm>
                <a:off x="1979945" y="2596896"/>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Oval 78"/>
              <p:cNvSpPr/>
              <p:nvPr/>
            </p:nvSpPr>
            <p:spPr>
              <a:xfrm>
                <a:off x="2345705" y="2596896"/>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Oval 79"/>
              <p:cNvSpPr/>
              <p:nvPr/>
            </p:nvSpPr>
            <p:spPr>
              <a:xfrm>
                <a:off x="2711465" y="2600228"/>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Oval 80"/>
              <p:cNvSpPr/>
              <p:nvPr/>
            </p:nvSpPr>
            <p:spPr>
              <a:xfrm>
                <a:off x="3077225" y="2595282"/>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7" name="Group 66"/>
            <p:cNvGrpSpPr/>
            <p:nvPr/>
          </p:nvGrpSpPr>
          <p:grpSpPr>
            <a:xfrm>
              <a:off x="905433" y="3810116"/>
              <a:ext cx="2358975" cy="179758"/>
              <a:chOff x="891986" y="2595282"/>
              <a:chExt cx="2358975" cy="179758"/>
            </a:xfrm>
          </p:grpSpPr>
          <p:sp>
            <p:nvSpPr>
              <p:cNvPr id="68" name="Oval 67"/>
              <p:cNvSpPr/>
              <p:nvPr/>
            </p:nvSpPr>
            <p:spPr>
              <a:xfrm>
                <a:off x="891986" y="2595282"/>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Oval 68"/>
              <p:cNvSpPr/>
              <p:nvPr/>
            </p:nvSpPr>
            <p:spPr>
              <a:xfrm>
                <a:off x="1248425" y="2596896"/>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p:cNvSpPr/>
              <p:nvPr/>
            </p:nvSpPr>
            <p:spPr>
              <a:xfrm>
                <a:off x="1614185" y="2595282"/>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Oval 70"/>
              <p:cNvSpPr/>
              <p:nvPr/>
            </p:nvSpPr>
            <p:spPr>
              <a:xfrm>
                <a:off x="1979945" y="2596896"/>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Oval 71"/>
              <p:cNvSpPr/>
              <p:nvPr/>
            </p:nvSpPr>
            <p:spPr>
              <a:xfrm>
                <a:off x="2345705" y="2596896"/>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Oval 72"/>
              <p:cNvSpPr/>
              <p:nvPr/>
            </p:nvSpPr>
            <p:spPr>
              <a:xfrm>
                <a:off x="2711465" y="2600228"/>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Oval 73"/>
              <p:cNvSpPr/>
              <p:nvPr/>
            </p:nvSpPr>
            <p:spPr>
              <a:xfrm>
                <a:off x="3077225" y="2595282"/>
                <a:ext cx="173736" cy="174812"/>
              </a:xfrm>
              <a:prstGeom prst="ellipse">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03" name="Group 102" descr="Circle shapes"/>
          <p:cNvGrpSpPr/>
          <p:nvPr userDrawn="1"/>
        </p:nvGrpSpPr>
        <p:grpSpPr>
          <a:xfrm>
            <a:off x="3596614" y="2393621"/>
            <a:ext cx="2358975" cy="1394592"/>
            <a:chOff x="905433" y="2595282"/>
            <a:chExt cx="2358975" cy="1394592"/>
          </a:xfrm>
        </p:grpSpPr>
        <p:grpSp>
          <p:nvGrpSpPr>
            <p:cNvPr id="104" name="Group 103"/>
            <p:cNvGrpSpPr/>
            <p:nvPr/>
          </p:nvGrpSpPr>
          <p:grpSpPr>
            <a:xfrm>
              <a:off x="905433" y="2595282"/>
              <a:ext cx="2358975" cy="179758"/>
              <a:chOff x="891986" y="2595282"/>
              <a:chExt cx="2358975" cy="179758"/>
            </a:xfrm>
          </p:grpSpPr>
          <p:sp>
            <p:nvSpPr>
              <p:cNvPr id="137" name="Oval 136"/>
              <p:cNvSpPr/>
              <p:nvPr/>
            </p:nvSpPr>
            <p:spPr>
              <a:xfrm>
                <a:off x="891986"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8" name="Oval 137"/>
              <p:cNvSpPr/>
              <p:nvPr/>
            </p:nvSpPr>
            <p:spPr>
              <a:xfrm>
                <a:off x="124842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9" name="Oval 138"/>
              <p:cNvSpPr/>
              <p:nvPr/>
            </p:nvSpPr>
            <p:spPr>
              <a:xfrm>
                <a:off x="161418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0" name="Oval 139"/>
              <p:cNvSpPr/>
              <p:nvPr/>
            </p:nvSpPr>
            <p:spPr>
              <a:xfrm>
                <a:off x="197994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1" name="Oval 140"/>
              <p:cNvSpPr/>
              <p:nvPr/>
            </p:nvSpPr>
            <p:spPr>
              <a:xfrm>
                <a:off x="234570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 name="Oval 141"/>
              <p:cNvSpPr/>
              <p:nvPr/>
            </p:nvSpPr>
            <p:spPr>
              <a:xfrm>
                <a:off x="2711465" y="2600228"/>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 name="Oval 142"/>
              <p:cNvSpPr/>
              <p:nvPr/>
            </p:nvSpPr>
            <p:spPr>
              <a:xfrm>
                <a:off x="307722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5" name="Group 104"/>
            <p:cNvGrpSpPr/>
            <p:nvPr/>
          </p:nvGrpSpPr>
          <p:grpSpPr>
            <a:xfrm>
              <a:off x="905433" y="2903611"/>
              <a:ext cx="2358975" cy="179758"/>
              <a:chOff x="891986" y="2595282"/>
              <a:chExt cx="2358975" cy="179758"/>
            </a:xfrm>
          </p:grpSpPr>
          <p:sp>
            <p:nvSpPr>
              <p:cNvPr id="130" name="Oval 129"/>
              <p:cNvSpPr/>
              <p:nvPr/>
            </p:nvSpPr>
            <p:spPr>
              <a:xfrm>
                <a:off x="891986"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1" name="Oval 130"/>
              <p:cNvSpPr/>
              <p:nvPr/>
            </p:nvSpPr>
            <p:spPr>
              <a:xfrm>
                <a:off x="124842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2" name="Oval 131"/>
              <p:cNvSpPr/>
              <p:nvPr/>
            </p:nvSpPr>
            <p:spPr>
              <a:xfrm>
                <a:off x="161418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3" name="Oval 132"/>
              <p:cNvSpPr/>
              <p:nvPr/>
            </p:nvSpPr>
            <p:spPr>
              <a:xfrm>
                <a:off x="197994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4" name="Oval 133"/>
              <p:cNvSpPr/>
              <p:nvPr/>
            </p:nvSpPr>
            <p:spPr>
              <a:xfrm>
                <a:off x="234570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5" name="Oval 134"/>
              <p:cNvSpPr/>
              <p:nvPr/>
            </p:nvSpPr>
            <p:spPr>
              <a:xfrm>
                <a:off x="2711465" y="2600228"/>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6" name="Oval 135"/>
              <p:cNvSpPr/>
              <p:nvPr/>
            </p:nvSpPr>
            <p:spPr>
              <a:xfrm>
                <a:off x="307722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6" name="Group 105"/>
            <p:cNvGrpSpPr/>
            <p:nvPr/>
          </p:nvGrpSpPr>
          <p:grpSpPr>
            <a:xfrm>
              <a:off x="905433" y="3205216"/>
              <a:ext cx="2358975" cy="179758"/>
              <a:chOff x="891986" y="2595282"/>
              <a:chExt cx="2358975" cy="179758"/>
            </a:xfrm>
          </p:grpSpPr>
          <p:sp>
            <p:nvSpPr>
              <p:cNvPr id="123" name="Oval 122"/>
              <p:cNvSpPr/>
              <p:nvPr/>
            </p:nvSpPr>
            <p:spPr>
              <a:xfrm>
                <a:off x="891986"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4" name="Oval 123"/>
              <p:cNvSpPr/>
              <p:nvPr/>
            </p:nvSpPr>
            <p:spPr>
              <a:xfrm>
                <a:off x="124842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Oval 124"/>
              <p:cNvSpPr/>
              <p:nvPr/>
            </p:nvSpPr>
            <p:spPr>
              <a:xfrm>
                <a:off x="161418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Oval 125"/>
              <p:cNvSpPr/>
              <p:nvPr/>
            </p:nvSpPr>
            <p:spPr>
              <a:xfrm>
                <a:off x="197994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Oval 126"/>
              <p:cNvSpPr/>
              <p:nvPr/>
            </p:nvSpPr>
            <p:spPr>
              <a:xfrm>
                <a:off x="234570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8" name="Oval 127"/>
              <p:cNvSpPr/>
              <p:nvPr/>
            </p:nvSpPr>
            <p:spPr>
              <a:xfrm>
                <a:off x="2711465" y="2600228"/>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p:cNvSpPr/>
              <p:nvPr/>
            </p:nvSpPr>
            <p:spPr>
              <a:xfrm>
                <a:off x="307722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7" name="Group 106"/>
            <p:cNvGrpSpPr/>
            <p:nvPr/>
          </p:nvGrpSpPr>
          <p:grpSpPr>
            <a:xfrm>
              <a:off x="905433" y="3500097"/>
              <a:ext cx="2358975" cy="179758"/>
              <a:chOff x="891986" y="2595282"/>
              <a:chExt cx="2358975" cy="179758"/>
            </a:xfrm>
          </p:grpSpPr>
          <p:sp>
            <p:nvSpPr>
              <p:cNvPr id="116" name="Oval 115"/>
              <p:cNvSpPr/>
              <p:nvPr/>
            </p:nvSpPr>
            <p:spPr>
              <a:xfrm>
                <a:off x="891986"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7" name="Oval 116"/>
              <p:cNvSpPr/>
              <p:nvPr/>
            </p:nvSpPr>
            <p:spPr>
              <a:xfrm>
                <a:off x="124842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Oval 117"/>
              <p:cNvSpPr/>
              <p:nvPr/>
            </p:nvSpPr>
            <p:spPr>
              <a:xfrm>
                <a:off x="161418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9" name="Oval 118"/>
              <p:cNvSpPr/>
              <p:nvPr/>
            </p:nvSpPr>
            <p:spPr>
              <a:xfrm>
                <a:off x="197994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 name="Oval 119"/>
              <p:cNvSpPr/>
              <p:nvPr/>
            </p:nvSpPr>
            <p:spPr>
              <a:xfrm>
                <a:off x="234570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1" name="Oval 120"/>
              <p:cNvSpPr/>
              <p:nvPr/>
            </p:nvSpPr>
            <p:spPr>
              <a:xfrm>
                <a:off x="2711465" y="2600228"/>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 name="Oval 121"/>
              <p:cNvSpPr/>
              <p:nvPr/>
            </p:nvSpPr>
            <p:spPr>
              <a:xfrm>
                <a:off x="307722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8" name="Group 107"/>
            <p:cNvGrpSpPr/>
            <p:nvPr/>
          </p:nvGrpSpPr>
          <p:grpSpPr>
            <a:xfrm>
              <a:off x="905433" y="3810116"/>
              <a:ext cx="2358975" cy="179758"/>
              <a:chOff x="891986" y="2595282"/>
              <a:chExt cx="2358975" cy="179758"/>
            </a:xfrm>
          </p:grpSpPr>
          <p:sp>
            <p:nvSpPr>
              <p:cNvPr id="109" name="Oval 108"/>
              <p:cNvSpPr/>
              <p:nvPr/>
            </p:nvSpPr>
            <p:spPr>
              <a:xfrm>
                <a:off x="891986"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Oval 109"/>
              <p:cNvSpPr/>
              <p:nvPr/>
            </p:nvSpPr>
            <p:spPr>
              <a:xfrm>
                <a:off x="124842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Oval 110"/>
              <p:cNvSpPr/>
              <p:nvPr/>
            </p:nvSpPr>
            <p:spPr>
              <a:xfrm>
                <a:off x="161418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Oval 111"/>
              <p:cNvSpPr/>
              <p:nvPr/>
            </p:nvSpPr>
            <p:spPr>
              <a:xfrm>
                <a:off x="197994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Oval 112"/>
              <p:cNvSpPr/>
              <p:nvPr/>
            </p:nvSpPr>
            <p:spPr>
              <a:xfrm>
                <a:off x="234570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Oval 113"/>
              <p:cNvSpPr/>
              <p:nvPr/>
            </p:nvSpPr>
            <p:spPr>
              <a:xfrm>
                <a:off x="2711465" y="2600228"/>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 name="Oval 114"/>
              <p:cNvSpPr/>
              <p:nvPr/>
            </p:nvSpPr>
            <p:spPr>
              <a:xfrm>
                <a:off x="307722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44" name="Group 143" descr="Circle shapes"/>
          <p:cNvGrpSpPr/>
          <p:nvPr userDrawn="1"/>
        </p:nvGrpSpPr>
        <p:grpSpPr>
          <a:xfrm>
            <a:off x="8969655" y="2395728"/>
            <a:ext cx="2358975" cy="1394592"/>
            <a:chOff x="905433" y="2595282"/>
            <a:chExt cx="2358975" cy="1394592"/>
          </a:xfrm>
        </p:grpSpPr>
        <p:grpSp>
          <p:nvGrpSpPr>
            <p:cNvPr id="145" name="Group 144"/>
            <p:cNvGrpSpPr/>
            <p:nvPr/>
          </p:nvGrpSpPr>
          <p:grpSpPr>
            <a:xfrm>
              <a:off x="905433" y="2595282"/>
              <a:ext cx="2358975" cy="179758"/>
              <a:chOff x="891986" y="2595282"/>
              <a:chExt cx="2358975" cy="179758"/>
            </a:xfrm>
          </p:grpSpPr>
          <p:sp>
            <p:nvSpPr>
              <p:cNvPr id="178" name="Oval 177"/>
              <p:cNvSpPr/>
              <p:nvPr/>
            </p:nvSpPr>
            <p:spPr>
              <a:xfrm>
                <a:off x="891986"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9" name="Oval 178"/>
              <p:cNvSpPr/>
              <p:nvPr/>
            </p:nvSpPr>
            <p:spPr>
              <a:xfrm>
                <a:off x="124842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0" name="Oval 179"/>
              <p:cNvSpPr/>
              <p:nvPr/>
            </p:nvSpPr>
            <p:spPr>
              <a:xfrm>
                <a:off x="161418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1" name="Oval 180"/>
              <p:cNvSpPr/>
              <p:nvPr/>
            </p:nvSpPr>
            <p:spPr>
              <a:xfrm>
                <a:off x="197994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2" name="Oval 181"/>
              <p:cNvSpPr/>
              <p:nvPr/>
            </p:nvSpPr>
            <p:spPr>
              <a:xfrm>
                <a:off x="234570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3" name="Oval 182"/>
              <p:cNvSpPr/>
              <p:nvPr/>
            </p:nvSpPr>
            <p:spPr>
              <a:xfrm>
                <a:off x="2711465" y="2600228"/>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4" name="Oval 183"/>
              <p:cNvSpPr/>
              <p:nvPr/>
            </p:nvSpPr>
            <p:spPr>
              <a:xfrm>
                <a:off x="307722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6" name="Group 145"/>
            <p:cNvGrpSpPr/>
            <p:nvPr/>
          </p:nvGrpSpPr>
          <p:grpSpPr>
            <a:xfrm>
              <a:off x="905433" y="2903611"/>
              <a:ext cx="2358975" cy="179758"/>
              <a:chOff x="891986" y="2595282"/>
              <a:chExt cx="2358975" cy="179758"/>
            </a:xfrm>
          </p:grpSpPr>
          <p:sp>
            <p:nvSpPr>
              <p:cNvPr id="171" name="Oval 170"/>
              <p:cNvSpPr/>
              <p:nvPr/>
            </p:nvSpPr>
            <p:spPr>
              <a:xfrm>
                <a:off x="891986"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2" name="Oval 171"/>
              <p:cNvSpPr/>
              <p:nvPr/>
            </p:nvSpPr>
            <p:spPr>
              <a:xfrm>
                <a:off x="124842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3" name="Oval 172"/>
              <p:cNvSpPr/>
              <p:nvPr/>
            </p:nvSpPr>
            <p:spPr>
              <a:xfrm>
                <a:off x="161418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4" name="Oval 173"/>
              <p:cNvSpPr/>
              <p:nvPr/>
            </p:nvSpPr>
            <p:spPr>
              <a:xfrm>
                <a:off x="197994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p:cNvSpPr/>
              <p:nvPr/>
            </p:nvSpPr>
            <p:spPr>
              <a:xfrm>
                <a:off x="234570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Oval 175"/>
              <p:cNvSpPr/>
              <p:nvPr/>
            </p:nvSpPr>
            <p:spPr>
              <a:xfrm>
                <a:off x="2711465" y="2600228"/>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7" name="Oval 176"/>
              <p:cNvSpPr/>
              <p:nvPr/>
            </p:nvSpPr>
            <p:spPr>
              <a:xfrm>
                <a:off x="307722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7" name="Group 146"/>
            <p:cNvGrpSpPr/>
            <p:nvPr/>
          </p:nvGrpSpPr>
          <p:grpSpPr>
            <a:xfrm>
              <a:off x="905433" y="3205216"/>
              <a:ext cx="2358975" cy="179758"/>
              <a:chOff x="891986" y="2595282"/>
              <a:chExt cx="2358975" cy="179758"/>
            </a:xfrm>
          </p:grpSpPr>
          <p:sp>
            <p:nvSpPr>
              <p:cNvPr id="164" name="Oval 163"/>
              <p:cNvSpPr/>
              <p:nvPr/>
            </p:nvSpPr>
            <p:spPr>
              <a:xfrm>
                <a:off x="891986"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5" name="Oval 164"/>
              <p:cNvSpPr/>
              <p:nvPr/>
            </p:nvSpPr>
            <p:spPr>
              <a:xfrm>
                <a:off x="124842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6" name="Oval 165"/>
              <p:cNvSpPr/>
              <p:nvPr/>
            </p:nvSpPr>
            <p:spPr>
              <a:xfrm>
                <a:off x="161418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7" name="Oval 166"/>
              <p:cNvSpPr/>
              <p:nvPr/>
            </p:nvSpPr>
            <p:spPr>
              <a:xfrm>
                <a:off x="197994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8" name="Oval 167"/>
              <p:cNvSpPr/>
              <p:nvPr/>
            </p:nvSpPr>
            <p:spPr>
              <a:xfrm>
                <a:off x="234570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9" name="Oval 168"/>
              <p:cNvSpPr/>
              <p:nvPr/>
            </p:nvSpPr>
            <p:spPr>
              <a:xfrm>
                <a:off x="2711465" y="2600228"/>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0" name="Oval 169"/>
              <p:cNvSpPr/>
              <p:nvPr/>
            </p:nvSpPr>
            <p:spPr>
              <a:xfrm>
                <a:off x="307722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8" name="Group 147"/>
            <p:cNvGrpSpPr/>
            <p:nvPr/>
          </p:nvGrpSpPr>
          <p:grpSpPr>
            <a:xfrm>
              <a:off x="905433" y="3500097"/>
              <a:ext cx="2358975" cy="179758"/>
              <a:chOff x="891986" y="2595282"/>
              <a:chExt cx="2358975" cy="179758"/>
            </a:xfrm>
          </p:grpSpPr>
          <p:sp>
            <p:nvSpPr>
              <p:cNvPr id="157" name="Oval 156"/>
              <p:cNvSpPr/>
              <p:nvPr/>
            </p:nvSpPr>
            <p:spPr>
              <a:xfrm>
                <a:off x="891986"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8" name="Oval 157"/>
              <p:cNvSpPr/>
              <p:nvPr/>
            </p:nvSpPr>
            <p:spPr>
              <a:xfrm>
                <a:off x="124842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9" name="Oval 158"/>
              <p:cNvSpPr/>
              <p:nvPr/>
            </p:nvSpPr>
            <p:spPr>
              <a:xfrm>
                <a:off x="161418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0" name="Oval 159"/>
              <p:cNvSpPr/>
              <p:nvPr/>
            </p:nvSpPr>
            <p:spPr>
              <a:xfrm>
                <a:off x="197994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1" name="Oval 160"/>
              <p:cNvSpPr/>
              <p:nvPr/>
            </p:nvSpPr>
            <p:spPr>
              <a:xfrm>
                <a:off x="234570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Oval 161"/>
              <p:cNvSpPr/>
              <p:nvPr/>
            </p:nvSpPr>
            <p:spPr>
              <a:xfrm>
                <a:off x="2711465" y="2600228"/>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3" name="Oval 162"/>
              <p:cNvSpPr/>
              <p:nvPr/>
            </p:nvSpPr>
            <p:spPr>
              <a:xfrm>
                <a:off x="307722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9" name="Group 148"/>
            <p:cNvGrpSpPr/>
            <p:nvPr/>
          </p:nvGrpSpPr>
          <p:grpSpPr>
            <a:xfrm>
              <a:off x="905433" y="3810116"/>
              <a:ext cx="2358975" cy="179758"/>
              <a:chOff x="891986" y="2595282"/>
              <a:chExt cx="2358975" cy="179758"/>
            </a:xfrm>
          </p:grpSpPr>
          <p:sp>
            <p:nvSpPr>
              <p:cNvPr id="150" name="Oval 149"/>
              <p:cNvSpPr/>
              <p:nvPr/>
            </p:nvSpPr>
            <p:spPr>
              <a:xfrm>
                <a:off x="891986"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1" name="Oval 150"/>
              <p:cNvSpPr/>
              <p:nvPr/>
            </p:nvSpPr>
            <p:spPr>
              <a:xfrm>
                <a:off x="124842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2" name="Oval 151"/>
              <p:cNvSpPr/>
              <p:nvPr/>
            </p:nvSpPr>
            <p:spPr>
              <a:xfrm>
                <a:off x="161418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 name="Oval 152"/>
              <p:cNvSpPr/>
              <p:nvPr/>
            </p:nvSpPr>
            <p:spPr>
              <a:xfrm>
                <a:off x="197994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4" name="Oval 153"/>
              <p:cNvSpPr/>
              <p:nvPr/>
            </p:nvSpPr>
            <p:spPr>
              <a:xfrm>
                <a:off x="2345705" y="2596896"/>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5" name="Oval 154"/>
              <p:cNvSpPr/>
              <p:nvPr/>
            </p:nvSpPr>
            <p:spPr>
              <a:xfrm>
                <a:off x="2711465" y="2600228"/>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6" name="Oval 155"/>
              <p:cNvSpPr/>
              <p:nvPr/>
            </p:nvSpPr>
            <p:spPr>
              <a:xfrm>
                <a:off x="3077225" y="2595282"/>
                <a:ext cx="173736" cy="174812"/>
              </a:xfrm>
              <a:prstGeom prst="ellipse">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49" name="Group 348" descr="Dashed lines"/>
          <p:cNvGrpSpPr/>
          <p:nvPr userDrawn="1"/>
        </p:nvGrpSpPr>
        <p:grpSpPr>
          <a:xfrm>
            <a:off x="896377" y="4239037"/>
            <a:ext cx="2384144" cy="2121587"/>
            <a:chOff x="6557963" y="2680139"/>
            <a:chExt cx="4795836" cy="3565213"/>
          </a:xfrm>
        </p:grpSpPr>
        <p:cxnSp>
          <p:nvCxnSpPr>
            <p:cNvPr id="350" name="Straight Connector 349"/>
            <p:cNvCxnSpPr/>
            <p:nvPr userDrawn="1"/>
          </p:nvCxnSpPr>
          <p:spPr>
            <a:xfrm>
              <a:off x="6557963" y="2680139"/>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1" name="Straight Connector 350"/>
            <p:cNvCxnSpPr/>
            <p:nvPr userDrawn="1"/>
          </p:nvCxnSpPr>
          <p:spPr>
            <a:xfrm>
              <a:off x="6557963" y="3037491"/>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2" name="Straight Connector 351"/>
            <p:cNvCxnSpPr/>
            <p:nvPr userDrawn="1"/>
          </p:nvCxnSpPr>
          <p:spPr>
            <a:xfrm>
              <a:off x="6557963" y="3392424"/>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3" name="Straight Connector 352"/>
            <p:cNvCxnSpPr/>
            <p:nvPr userDrawn="1"/>
          </p:nvCxnSpPr>
          <p:spPr>
            <a:xfrm>
              <a:off x="6557963" y="3749040"/>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4" name="Straight Connector 353"/>
            <p:cNvCxnSpPr/>
            <p:nvPr userDrawn="1"/>
          </p:nvCxnSpPr>
          <p:spPr>
            <a:xfrm>
              <a:off x="6557963" y="4105656"/>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5" name="Straight Connector 354"/>
            <p:cNvCxnSpPr/>
            <p:nvPr userDrawn="1"/>
          </p:nvCxnSpPr>
          <p:spPr>
            <a:xfrm>
              <a:off x="6557963" y="4462272"/>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6" name="Straight Connector 355"/>
            <p:cNvCxnSpPr/>
            <p:nvPr userDrawn="1"/>
          </p:nvCxnSpPr>
          <p:spPr>
            <a:xfrm>
              <a:off x="6557963" y="4818888"/>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7" name="Straight Connector 356"/>
            <p:cNvCxnSpPr/>
            <p:nvPr userDrawn="1"/>
          </p:nvCxnSpPr>
          <p:spPr>
            <a:xfrm>
              <a:off x="6557963" y="5175504"/>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8" name="Straight Connector 357"/>
            <p:cNvCxnSpPr/>
            <p:nvPr userDrawn="1"/>
          </p:nvCxnSpPr>
          <p:spPr>
            <a:xfrm>
              <a:off x="6557963" y="5532120"/>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59" name="Straight Connector 358"/>
            <p:cNvCxnSpPr/>
            <p:nvPr userDrawn="1"/>
          </p:nvCxnSpPr>
          <p:spPr>
            <a:xfrm>
              <a:off x="6557963" y="5888736"/>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0" name="Straight Connector 359"/>
            <p:cNvCxnSpPr/>
            <p:nvPr userDrawn="1"/>
          </p:nvCxnSpPr>
          <p:spPr>
            <a:xfrm>
              <a:off x="6557963" y="6245352"/>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362" name="Group 361" descr="Dashed lines"/>
          <p:cNvGrpSpPr/>
          <p:nvPr userDrawn="1"/>
        </p:nvGrpSpPr>
        <p:grpSpPr>
          <a:xfrm>
            <a:off x="3599840" y="4239037"/>
            <a:ext cx="2384144" cy="2121587"/>
            <a:chOff x="6557963" y="2680139"/>
            <a:chExt cx="4795836" cy="3565213"/>
          </a:xfrm>
        </p:grpSpPr>
        <p:cxnSp>
          <p:nvCxnSpPr>
            <p:cNvPr id="363" name="Straight Connector 362"/>
            <p:cNvCxnSpPr/>
            <p:nvPr userDrawn="1"/>
          </p:nvCxnSpPr>
          <p:spPr>
            <a:xfrm>
              <a:off x="6557963" y="2680139"/>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4" name="Straight Connector 363"/>
            <p:cNvCxnSpPr/>
            <p:nvPr userDrawn="1"/>
          </p:nvCxnSpPr>
          <p:spPr>
            <a:xfrm>
              <a:off x="6557963" y="3037491"/>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5" name="Straight Connector 364"/>
            <p:cNvCxnSpPr/>
            <p:nvPr userDrawn="1"/>
          </p:nvCxnSpPr>
          <p:spPr>
            <a:xfrm>
              <a:off x="6557963" y="3392424"/>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6" name="Straight Connector 365"/>
            <p:cNvCxnSpPr/>
            <p:nvPr userDrawn="1"/>
          </p:nvCxnSpPr>
          <p:spPr>
            <a:xfrm>
              <a:off x="6557963" y="3749040"/>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7" name="Straight Connector 366"/>
            <p:cNvCxnSpPr/>
            <p:nvPr userDrawn="1"/>
          </p:nvCxnSpPr>
          <p:spPr>
            <a:xfrm>
              <a:off x="6557963" y="4105656"/>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8" name="Straight Connector 367"/>
            <p:cNvCxnSpPr/>
            <p:nvPr userDrawn="1"/>
          </p:nvCxnSpPr>
          <p:spPr>
            <a:xfrm>
              <a:off x="6557963" y="4462272"/>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9" name="Straight Connector 368"/>
            <p:cNvCxnSpPr/>
            <p:nvPr userDrawn="1"/>
          </p:nvCxnSpPr>
          <p:spPr>
            <a:xfrm>
              <a:off x="6557963" y="4818888"/>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0" name="Straight Connector 369"/>
            <p:cNvCxnSpPr/>
            <p:nvPr userDrawn="1"/>
          </p:nvCxnSpPr>
          <p:spPr>
            <a:xfrm>
              <a:off x="6557963" y="5175504"/>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1" name="Straight Connector 370"/>
            <p:cNvCxnSpPr/>
            <p:nvPr userDrawn="1"/>
          </p:nvCxnSpPr>
          <p:spPr>
            <a:xfrm>
              <a:off x="6557963" y="5532120"/>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2" name="Straight Connector 371"/>
            <p:cNvCxnSpPr/>
            <p:nvPr userDrawn="1"/>
          </p:nvCxnSpPr>
          <p:spPr>
            <a:xfrm>
              <a:off x="6557963" y="5888736"/>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3" name="Straight Connector 372"/>
            <p:cNvCxnSpPr/>
            <p:nvPr userDrawn="1"/>
          </p:nvCxnSpPr>
          <p:spPr>
            <a:xfrm>
              <a:off x="6557963" y="6245352"/>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375" name="Group 374" descr="Dashed lines"/>
          <p:cNvGrpSpPr/>
          <p:nvPr userDrawn="1"/>
        </p:nvGrpSpPr>
        <p:grpSpPr>
          <a:xfrm>
            <a:off x="6298027" y="4239037"/>
            <a:ext cx="2384144" cy="2121587"/>
            <a:chOff x="6557963" y="2680139"/>
            <a:chExt cx="4795836" cy="3565213"/>
          </a:xfrm>
        </p:grpSpPr>
        <p:cxnSp>
          <p:nvCxnSpPr>
            <p:cNvPr id="376" name="Straight Connector 375"/>
            <p:cNvCxnSpPr/>
            <p:nvPr userDrawn="1"/>
          </p:nvCxnSpPr>
          <p:spPr>
            <a:xfrm>
              <a:off x="6557963" y="2680139"/>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7" name="Straight Connector 376"/>
            <p:cNvCxnSpPr/>
            <p:nvPr userDrawn="1"/>
          </p:nvCxnSpPr>
          <p:spPr>
            <a:xfrm>
              <a:off x="6557963" y="3037491"/>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8" name="Straight Connector 377"/>
            <p:cNvCxnSpPr/>
            <p:nvPr userDrawn="1"/>
          </p:nvCxnSpPr>
          <p:spPr>
            <a:xfrm>
              <a:off x="6557963" y="3392424"/>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79" name="Straight Connector 378"/>
            <p:cNvCxnSpPr/>
            <p:nvPr userDrawn="1"/>
          </p:nvCxnSpPr>
          <p:spPr>
            <a:xfrm>
              <a:off x="6557963" y="3749040"/>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80" name="Straight Connector 379"/>
            <p:cNvCxnSpPr/>
            <p:nvPr userDrawn="1"/>
          </p:nvCxnSpPr>
          <p:spPr>
            <a:xfrm>
              <a:off x="6557963" y="4105656"/>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81" name="Straight Connector 380"/>
            <p:cNvCxnSpPr/>
            <p:nvPr userDrawn="1"/>
          </p:nvCxnSpPr>
          <p:spPr>
            <a:xfrm>
              <a:off x="6557963" y="4462272"/>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82" name="Straight Connector 381"/>
            <p:cNvCxnSpPr/>
            <p:nvPr userDrawn="1"/>
          </p:nvCxnSpPr>
          <p:spPr>
            <a:xfrm>
              <a:off x="6557963" y="4818888"/>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83" name="Straight Connector 382"/>
            <p:cNvCxnSpPr/>
            <p:nvPr userDrawn="1"/>
          </p:nvCxnSpPr>
          <p:spPr>
            <a:xfrm>
              <a:off x="6557963" y="5175504"/>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84" name="Straight Connector 383"/>
            <p:cNvCxnSpPr/>
            <p:nvPr userDrawn="1"/>
          </p:nvCxnSpPr>
          <p:spPr>
            <a:xfrm>
              <a:off x="6557963" y="5532120"/>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85" name="Straight Connector 384"/>
            <p:cNvCxnSpPr/>
            <p:nvPr userDrawn="1"/>
          </p:nvCxnSpPr>
          <p:spPr>
            <a:xfrm>
              <a:off x="6557963" y="5888736"/>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86" name="Straight Connector 385"/>
            <p:cNvCxnSpPr/>
            <p:nvPr userDrawn="1"/>
          </p:nvCxnSpPr>
          <p:spPr>
            <a:xfrm>
              <a:off x="6557963" y="6245352"/>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401" name="Group 400" descr="Dashed lines"/>
          <p:cNvGrpSpPr/>
          <p:nvPr userDrawn="1"/>
        </p:nvGrpSpPr>
        <p:grpSpPr>
          <a:xfrm>
            <a:off x="8996214" y="4232850"/>
            <a:ext cx="2384144" cy="2121587"/>
            <a:chOff x="6557963" y="2680139"/>
            <a:chExt cx="4795836" cy="3565213"/>
          </a:xfrm>
        </p:grpSpPr>
        <p:cxnSp>
          <p:nvCxnSpPr>
            <p:cNvPr id="402" name="Straight Connector 401"/>
            <p:cNvCxnSpPr/>
            <p:nvPr userDrawn="1"/>
          </p:nvCxnSpPr>
          <p:spPr>
            <a:xfrm>
              <a:off x="6557963" y="2680139"/>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3" name="Straight Connector 402"/>
            <p:cNvCxnSpPr/>
            <p:nvPr userDrawn="1"/>
          </p:nvCxnSpPr>
          <p:spPr>
            <a:xfrm>
              <a:off x="6557963" y="3037491"/>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4" name="Straight Connector 403"/>
            <p:cNvCxnSpPr/>
            <p:nvPr userDrawn="1"/>
          </p:nvCxnSpPr>
          <p:spPr>
            <a:xfrm>
              <a:off x="6557963" y="3392424"/>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5" name="Straight Connector 404"/>
            <p:cNvCxnSpPr/>
            <p:nvPr userDrawn="1"/>
          </p:nvCxnSpPr>
          <p:spPr>
            <a:xfrm>
              <a:off x="6557963" y="3749040"/>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6" name="Straight Connector 405"/>
            <p:cNvCxnSpPr/>
            <p:nvPr userDrawn="1"/>
          </p:nvCxnSpPr>
          <p:spPr>
            <a:xfrm>
              <a:off x="6557963" y="4105656"/>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7" name="Straight Connector 406"/>
            <p:cNvCxnSpPr/>
            <p:nvPr userDrawn="1"/>
          </p:nvCxnSpPr>
          <p:spPr>
            <a:xfrm>
              <a:off x="6557963" y="4462272"/>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8" name="Straight Connector 407"/>
            <p:cNvCxnSpPr/>
            <p:nvPr userDrawn="1"/>
          </p:nvCxnSpPr>
          <p:spPr>
            <a:xfrm>
              <a:off x="6557963" y="4818888"/>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9" name="Straight Connector 408"/>
            <p:cNvCxnSpPr/>
            <p:nvPr userDrawn="1"/>
          </p:nvCxnSpPr>
          <p:spPr>
            <a:xfrm>
              <a:off x="6557963" y="5175504"/>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10" name="Straight Connector 409"/>
            <p:cNvCxnSpPr/>
            <p:nvPr userDrawn="1"/>
          </p:nvCxnSpPr>
          <p:spPr>
            <a:xfrm>
              <a:off x="6557963" y="5532120"/>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11" name="Straight Connector 410"/>
            <p:cNvCxnSpPr/>
            <p:nvPr userDrawn="1"/>
          </p:nvCxnSpPr>
          <p:spPr>
            <a:xfrm>
              <a:off x="6557963" y="5888736"/>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12" name="Straight Connector 411"/>
            <p:cNvCxnSpPr/>
            <p:nvPr userDrawn="1"/>
          </p:nvCxnSpPr>
          <p:spPr>
            <a:xfrm>
              <a:off x="6557963" y="6245352"/>
              <a:ext cx="4795836" cy="0"/>
            </a:xfrm>
            <a:prstGeom prst="line">
              <a:avLst/>
            </a:prstGeom>
            <a:ln>
              <a:solidFill>
                <a:schemeClr val="tx1">
                  <a:lumMod val="65000"/>
                  <a:lumOff val="35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361" name="Text Placeholder 360"/>
          <p:cNvSpPr>
            <a:spLocks noGrp="1"/>
          </p:cNvSpPr>
          <p:nvPr>
            <p:ph type="body" sz="quarter" idx="13" hasCustomPrompt="1"/>
          </p:nvPr>
        </p:nvSpPr>
        <p:spPr>
          <a:xfrm>
            <a:off x="844865" y="3983201"/>
            <a:ext cx="2487168" cy="2510024"/>
          </a:xfrm>
        </p:spPr>
        <p:txBody>
          <a:bodyPr>
            <a:normAutofit/>
          </a:bodyPr>
          <a:lstStyle>
            <a:lvl1pPr marL="0" indent="0">
              <a:lnSpc>
                <a:spcPct val="100000"/>
              </a:lnSpc>
              <a:spcBef>
                <a:spcPts val="0"/>
              </a:spcBef>
              <a:buNone/>
              <a:defRPr sz="1400">
                <a:solidFill>
                  <a:schemeClr val="tx1">
                    <a:lumMod val="85000"/>
                    <a:lumOff val="15000"/>
                  </a:schemeClr>
                </a:solidFill>
              </a:defRPr>
            </a:lvl1pPr>
          </a:lstStyle>
          <a:p>
            <a:pPr lvl="0"/>
            <a:r>
              <a:rPr lang="en-US" dirty="0"/>
              <a:t>Text</a:t>
            </a:r>
          </a:p>
        </p:txBody>
      </p:sp>
      <p:sp>
        <p:nvSpPr>
          <p:cNvPr id="374" name="Text Placeholder 360"/>
          <p:cNvSpPr>
            <a:spLocks noGrp="1"/>
          </p:cNvSpPr>
          <p:nvPr>
            <p:ph type="body" sz="quarter" idx="14" hasCustomPrompt="1"/>
          </p:nvPr>
        </p:nvSpPr>
        <p:spPr>
          <a:xfrm>
            <a:off x="3541662" y="3989388"/>
            <a:ext cx="2487168" cy="2510024"/>
          </a:xfrm>
        </p:spPr>
        <p:txBody>
          <a:bodyPr>
            <a:normAutofit/>
          </a:bodyPr>
          <a:lstStyle>
            <a:lvl1pPr marL="0" indent="0">
              <a:lnSpc>
                <a:spcPct val="100000"/>
              </a:lnSpc>
              <a:spcBef>
                <a:spcPts val="0"/>
              </a:spcBef>
              <a:buNone/>
              <a:defRPr sz="1400">
                <a:solidFill>
                  <a:schemeClr val="tx1">
                    <a:lumMod val="85000"/>
                    <a:lumOff val="15000"/>
                  </a:schemeClr>
                </a:solidFill>
              </a:defRPr>
            </a:lvl1pPr>
          </a:lstStyle>
          <a:p>
            <a:pPr lvl="0"/>
            <a:r>
              <a:rPr lang="en-US" dirty="0"/>
              <a:t>Text</a:t>
            </a:r>
          </a:p>
        </p:txBody>
      </p:sp>
      <p:sp>
        <p:nvSpPr>
          <p:cNvPr id="387" name="Text Placeholder 360"/>
          <p:cNvSpPr>
            <a:spLocks noGrp="1"/>
          </p:cNvSpPr>
          <p:nvPr>
            <p:ph type="body" sz="quarter" idx="15" hasCustomPrompt="1"/>
          </p:nvPr>
        </p:nvSpPr>
        <p:spPr>
          <a:xfrm>
            <a:off x="6239849" y="3989388"/>
            <a:ext cx="2487168" cy="2510024"/>
          </a:xfrm>
        </p:spPr>
        <p:txBody>
          <a:bodyPr>
            <a:normAutofit/>
          </a:bodyPr>
          <a:lstStyle>
            <a:lvl1pPr marL="0" indent="0">
              <a:lnSpc>
                <a:spcPct val="100000"/>
              </a:lnSpc>
              <a:spcBef>
                <a:spcPts val="0"/>
              </a:spcBef>
              <a:buNone/>
              <a:defRPr sz="1400">
                <a:solidFill>
                  <a:schemeClr val="tx1">
                    <a:lumMod val="85000"/>
                    <a:lumOff val="15000"/>
                  </a:schemeClr>
                </a:solidFill>
              </a:defRPr>
            </a:lvl1pPr>
          </a:lstStyle>
          <a:p>
            <a:pPr lvl="0"/>
            <a:r>
              <a:rPr lang="en-US" dirty="0"/>
              <a:t>Text</a:t>
            </a:r>
          </a:p>
        </p:txBody>
      </p:sp>
      <p:sp>
        <p:nvSpPr>
          <p:cNvPr id="413" name="Text Placeholder 360"/>
          <p:cNvSpPr>
            <a:spLocks noGrp="1"/>
          </p:cNvSpPr>
          <p:nvPr>
            <p:ph type="body" sz="quarter" idx="16" hasCustomPrompt="1"/>
          </p:nvPr>
        </p:nvSpPr>
        <p:spPr>
          <a:xfrm>
            <a:off x="8938036" y="3983201"/>
            <a:ext cx="2487168" cy="2510024"/>
          </a:xfrm>
        </p:spPr>
        <p:txBody>
          <a:bodyPr>
            <a:normAutofit/>
          </a:bodyPr>
          <a:lstStyle>
            <a:lvl1pPr marL="0" indent="0">
              <a:lnSpc>
                <a:spcPct val="100000"/>
              </a:lnSpc>
              <a:spcBef>
                <a:spcPts val="0"/>
              </a:spcBef>
              <a:buNone/>
              <a:defRPr sz="1400">
                <a:solidFill>
                  <a:schemeClr val="tx1">
                    <a:lumMod val="85000"/>
                    <a:lumOff val="15000"/>
                  </a:schemeClr>
                </a:solidFill>
              </a:defRPr>
            </a:lvl1pPr>
          </a:lstStyle>
          <a:p>
            <a:pPr lvl="0"/>
            <a:r>
              <a:rPr lang="en-US" dirty="0"/>
              <a:t>Text</a:t>
            </a:r>
          </a:p>
        </p:txBody>
      </p:sp>
    </p:spTree>
    <p:extLst>
      <p:ext uri="{BB962C8B-B14F-4D97-AF65-F5344CB8AC3E}">
        <p14:creationId xmlns:p14="http://schemas.microsoft.com/office/powerpoint/2010/main" val="173984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99551F-0685-470A-A63A-F808D54B9B6A}" type="datetimeFigureOut">
              <a:rPr lang="en-US" smtClean="0"/>
              <a:t>12/20/2025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32BDE3A-8A5F-47C4-AA75-58FC1EB2D383}" type="slidenum">
              <a:rPr lang="en-US" smtClean="0"/>
              <a:t>‹#›</a:t>
            </a:fld>
            <a:endParaRPr lang="en-US" dirty="0"/>
          </a:p>
        </p:txBody>
      </p:sp>
    </p:spTree>
    <p:extLst>
      <p:ext uri="{BB962C8B-B14F-4D97-AF65-F5344CB8AC3E}">
        <p14:creationId xmlns:p14="http://schemas.microsoft.com/office/powerpoint/2010/main" val="2292670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599551F-0685-470A-A63A-F808D54B9B6A}" type="datetimeFigureOut">
              <a:rPr lang="en-US" smtClean="0"/>
              <a:t>12/20/2025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32BDE3A-8A5F-47C4-AA75-58FC1EB2D383}" type="slidenum">
              <a:rPr lang="en-US" smtClean="0"/>
              <a:t>‹#›</a:t>
            </a:fld>
            <a:endParaRPr lang="en-US" dirty="0"/>
          </a:p>
        </p:txBody>
      </p:sp>
    </p:spTree>
    <p:extLst>
      <p:ext uri="{BB962C8B-B14F-4D97-AF65-F5344CB8AC3E}">
        <p14:creationId xmlns:p14="http://schemas.microsoft.com/office/powerpoint/2010/main" val="3714509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99551F-0685-470A-A63A-F808D54B9B6A}" type="datetimeFigureOut">
              <a:rPr lang="en-US" smtClean="0"/>
              <a:t>12/20/2025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32BDE3A-8A5F-47C4-AA75-58FC1EB2D383}" type="slidenum">
              <a:rPr lang="en-US" smtClean="0"/>
              <a:t>‹#›</a:t>
            </a:fld>
            <a:endParaRPr lang="en-US" dirty="0"/>
          </a:p>
        </p:txBody>
      </p:sp>
    </p:spTree>
    <p:extLst>
      <p:ext uri="{BB962C8B-B14F-4D97-AF65-F5344CB8AC3E}">
        <p14:creationId xmlns:p14="http://schemas.microsoft.com/office/powerpoint/2010/main" val="31391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99551F-0685-470A-A63A-F808D54B9B6A}" type="datetimeFigureOut">
              <a:rPr lang="en-US" smtClean="0"/>
              <a:t>12/20/2025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32BDE3A-8A5F-47C4-AA75-58FC1EB2D383}" type="slidenum">
              <a:rPr lang="en-US" smtClean="0"/>
              <a:t>‹#›</a:t>
            </a:fld>
            <a:endParaRPr lang="en-US" dirty="0"/>
          </a:p>
        </p:txBody>
      </p:sp>
    </p:spTree>
    <p:extLst>
      <p:ext uri="{BB962C8B-B14F-4D97-AF65-F5344CB8AC3E}">
        <p14:creationId xmlns:p14="http://schemas.microsoft.com/office/powerpoint/2010/main" val="34288719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99551F-0685-470A-A63A-F808D54B9B6A}" type="datetimeFigureOut">
              <a:rPr lang="en-US" smtClean="0"/>
              <a:t>12/20/2025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32BDE3A-8A5F-47C4-AA75-58FC1EB2D383}" type="slidenum">
              <a:rPr lang="en-US" smtClean="0"/>
              <a:t>‹#›</a:t>
            </a:fld>
            <a:endParaRPr lang="en-US" dirty="0"/>
          </a:p>
        </p:txBody>
      </p:sp>
    </p:spTree>
    <p:extLst>
      <p:ext uri="{BB962C8B-B14F-4D97-AF65-F5344CB8AC3E}">
        <p14:creationId xmlns:p14="http://schemas.microsoft.com/office/powerpoint/2010/main" val="552183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599551F-0685-470A-A63A-F808D54B9B6A}" type="datetimeFigureOut">
              <a:rPr lang="en-US" smtClean="0"/>
              <a:t>12/20/2025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32BDE3A-8A5F-47C4-AA75-58FC1EB2D383}" type="slidenum">
              <a:rPr lang="en-US" smtClean="0"/>
              <a:t>‹#›</a:t>
            </a:fld>
            <a:endParaRPr lang="en-US" dirty="0"/>
          </a:p>
        </p:txBody>
      </p:sp>
    </p:spTree>
    <p:extLst>
      <p:ext uri="{BB962C8B-B14F-4D97-AF65-F5344CB8AC3E}">
        <p14:creationId xmlns:p14="http://schemas.microsoft.com/office/powerpoint/2010/main" val="23132470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99551F-0685-470A-A63A-F808D54B9B6A}" type="datetimeFigureOut">
              <a:rPr lang="en-US" smtClean="0"/>
              <a:t>12/20/2025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32BDE3A-8A5F-47C4-AA75-58FC1EB2D383}" type="slidenum">
              <a:rPr lang="en-US" smtClean="0"/>
              <a:t>‹#›</a:t>
            </a:fld>
            <a:endParaRPr lang="en-US" dirty="0"/>
          </a:p>
        </p:txBody>
      </p:sp>
    </p:spTree>
    <p:extLst>
      <p:ext uri="{BB962C8B-B14F-4D97-AF65-F5344CB8AC3E}">
        <p14:creationId xmlns:p14="http://schemas.microsoft.com/office/powerpoint/2010/main" val="260751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99551F-0685-470A-A63A-F808D54B9B6A}" type="datetimeFigureOut">
              <a:rPr lang="en-US" smtClean="0"/>
              <a:t>12/20/2025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32BDE3A-8A5F-47C4-AA75-58FC1EB2D383}" type="slidenum">
              <a:rPr lang="en-US" smtClean="0"/>
              <a:t>‹#›</a:t>
            </a:fld>
            <a:endParaRPr lang="en-US" dirty="0"/>
          </a:p>
        </p:txBody>
      </p:sp>
    </p:spTree>
    <p:extLst>
      <p:ext uri="{BB962C8B-B14F-4D97-AF65-F5344CB8AC3E}">
        <p14:creationId xmlns:p14="http://schemas.microsoft.com/office/powerpoint/2010/main" val="9268221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0F196A1-2430-4797-B656-A38302FAFF33}"/>
              </a:ext>
            </a:extLst>
          </p:cNvPr>
          <p:cNvSpPr>
            <a:spLocks noGrp="1"/>
          </p:cNvSpPr>
          <p:nvPr>
            <p:ph type="title"/>
          </p:nvPr>
        </p:nvSpPr>
        <p:spPr>
          <a:xfrm>
            <a:off x="462151" y="666984"/>
            <a:ext cx="3672970" cy="2125911"/>
          </a:xfrm>
        </p:spPr>
        <p:txBody>
          <a:bodyPr>
            <a:noAutofit/>
          </a:bodyPr>
          <a:lstStyle>
            <a:lvl1pPr algn="l">
              <a:defRPr/>
            </a:lvl1pPr>
          </a:lstStyle>
          <a:p>
            <a:endParaRPr lang="en-US" noProof="0" dirty="0"/>
          </a:p>
        </p:txBody>
      </p:sp>
      <p:sp>
        <p:nvSpPr>
          <p:cNvPr id="2" name="Content Placeholder 5">
            <a:extLst>
              <a:ext uri="{FF2B5EF4-FFF2-40B4-BE49-F238E27FC236}">
                <a16:creationId xmlns:a16="http://schemas.microsoft.com/office/drawing/2014/main" id="{5A0AD703-0A43-5323-CCB2-832D424EF2DB}"/>
              </a:ext>
            </a:extLst>
          </p:cNvPr>
          <p:cNvSpPr>
            <a:spLocks noGrp="1"/>
          </p:cNvSpPr>
          <p:nvPr>
            <p:ph sz="quarter" idx="4" hasCustomPrompt="1"/>
          </p:nvPr>
        </p:nvSpPr>
        <p:spPr>
          <a:xfrm>
            <a:off x="462151" y="2862479"/>
            <a:ext cx="3672970" cy="3491849"/>
          </a:xfrm>
        </p:spPr>
        <p:txBody>
          <a:bodyPr anchor="t" anchorCtr="0">
            <a:normAutofit/>
          </a:bodyPr>
          <a:lstStyle>
            <a:lvl1pPr marL="0" indent="0">
              <a:buNone/>
              <a:defRPr/>
            </a:lvl1pPr>
          </a:lstStyle>
          <a:p>
            <a:pPr lvl="0"/>
            <a:r>
              <a:rPr lang="en-US" noProof="0" dirty="0"/>
              <a:t>Click to add text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Picture Placeholder 3">
            <a:extLst>
              <a:ext uri="{FF2B5EF4-FFF2-40B4-BE49-F238E27FC236}">
                <a16:creationId xmlns:a16="http://schemas.microsoft.com/office/drawing/2014/main" id="{4627B629-9CBE-3ECF-2D88-F07AACD0374E}"/>
              </a:ext>
            </a:extLst>
          </p:cNvPr>
          <p:cNvSpPr>
            <a:spLocks noGrp="1"/>
          </p:cNvSpPr>
          <p:nvPr>
            <p:ph type="pic" sz="quarter" idx="13" hasCustomPrompt="1"/>
          </p:nvPr>
        </p:nvSpPr>
        <p:spPr>
          <a:xfrm>
            <a:off x="4231970" y="666985"/>
            <a:ext cx="7497880" cy="5687344"/>
          </a:xfrm>
          <a:custGeom>
            <a:avLst/>
            <a:gdLst>
              <a:gd name="connsiteX0" fmla="*/ 3803282 w 7497880"/>
              <a:gd name="connsiteY0" fmla="*/ 0 h 5687344"/>
              <a:gd name="connsiteX1" fmla="*/ 7497880 w 7497880"/>
              <a:gd name="connsiteY1" fmla="*/ 0 h 5687344"/>
              <a:gd name="connsiteX2" fmla="*/ 7497880 w 7497880"/>
              <a:gd name="connsiteY2" fmla="*/ 4581885 h 5687344"/>
              <a:gd name="connsiteX3" fmla="*/ 3803282 w 7497880"/>
              <a:gd name="connsiteY3" fmla="*/ 4581885 h 5687344"/>
              <a:gd name="connsiteX4" fmla="*/ 0 w 7497880"/>
              <a:gd name="connsiteY4" fmla="*/ 0 h 5687344"/>
              <a:gd name="connsiteX5" fmla="*/ 3699373 w 7497880"/>
              <a:gd name="connsiteY5" fmla="*/ 0 h 5687344"/>
              <a:gd name="connsiteX6" fmla="*/ 3699373 w 7497880"/>
              <a:gd name="connsiteY6" fmla="*/ 4581885 h 5687344"/>
              <a:gd name="connsiteX7" fmla="*/ 2 w 7497880"/>
              <a:gd name="connsiteY7" fmla="*/ 4581885 h 5687344"/>
              <a:gd name="connsiteX8" fmla="*/ 2 w 7497880"/>
              <a:gd name="connsiteY8" fmla="*/ 4679200 h 5687344"/>
              <a:gd name="connsiteX9" fmla="*/ 3699373 w 7497880"/>
              <a:gd name="connsiteY9" fmla="*/ 4679200 h 5687344"/>
              <a:gd name="connsiteX10" fmla="*/ 3699373 w 7497880"/>
              <a:gd name="connsiteY10" fmla="*/ 5679350 h 5687344"/>
              <a:gd name="connsiteX11" fmla="*/ 3803282 w 7497880"/>
              <a:gd name="connsiteY11" fmla="*/ 5679350 h 5687344"/>
              <a:gd name="connsiteX12" fmla="*/ 3803282 w 7497880"/>
              <a:gd name="connsiteY12" fmla="*/ 4679200 h 5687344"/>
              <a:gd name="connsiteX13" fmla="*/ 7497880 w 7497880"/>
              <a:gd name="connsiteY13" fmla="*/ 4679200 h 5687344"/>
              <a:gd name="connsiteX14" fmla="*/ 7497880 w 7497880"/>
              <a:gd name="connsiteY14" fmla="*/ 5687344 h 5687344"/>
              <a:gd name="connsiteX15" fmla="*/ 0 w 7497880"/>
              <a:gd name="connsiteY15" fmla="*/ 5687344 h 5687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497880" h="5687344">
                <a:moveTo>
                  <a:pt x="3803282" y="0"/>
                </a:moveTo>
                <a:lnTo>
                  <a:pt x="7497880" y="0"/>
                </a:lnTo>
                <a:lnTo>
                  <a:pt x="7497880" y="4581885"/>
                </a:lnTo>
                <a:lnTo>
                  <a:pt x="3803282" y="4581885"/>
                </a:lnTo>
                <a:close/>
                <a:moveTo>
                  <a:pt x="0" y="0"/>
                </a:moveTo>
                <a:lnTo>
                  <a:pt x="3699373" y="0"/>
                </a:lnTo>
                <a:lnTo>
                  <a:pt x="3699373" y="4581885"/>
                </a:lnTo>
                <a:lnTo>
                  <a:pt x="2" y="4581885"/>
                </a:lnTo>
                <a:lnTo>
                  <a:pt x="2" y="4679200"/>
                </a:lnTo>
                <a:lnTo>
                  <a:pt x="3699373" y="4679200"/>
                </a:lnTo>
                <a:lnTo>
                  <a:pt x="3699373" y="5679350"/>
                </a:lnTo>
                <a:lnTo>
                  <a:pt x="3803282" y="5679350"/>
                </a:lnTo>
                <a:lnTo>
                  <a:pt x="3803282" y="4679200"/>
                </a:lnTo>
                <a:lnTo>
                  <a:pt x="7497880" y="4679200"/>
                </a:lnTo>
                <a:lnTo>
                  <a:pt x="7497880" y="5687344"/>
                </a:lnTo>
                <a:lnTo>
                  <a:pt x="0" y="5687344"/>
                </a:lnTo>
                <a:close/>
              </a:path>
            </a:pathLst>
          </a:custGeom>
          <a:solidFill>
            <a:schemeClr val="accent2"/>
          </a:solidFill>
        </p:spPr>
        <p:txBody>
          <a:bodyPr wrap="square" anchor="t">
            <a:noAutofit/>
          </a:bodyPr>
          <a:lstStyle>
            <a:lvl1pPr marL="0" indent="0" algn="ctr">
              <a:buNone/>
              <a:defRPr/>
            </a:lvl1pPr>
          </a:lstStyle>
          <a:p>
            <a:r>
              <a:rPr lang="en-US" noProof="0" dirty="0"/>
              <a:t>Click to add picture</a:t>
            </a:r>
          </a:p>
        </p:txBody>
      </p:sp>
      <p:sp>
        <p:nvSpPr>
          <p:cNvPr id="6" name="Date Placeholder 5">
            <a:extLst>
              <a:ext uri="{FF2B5EF4-FFF2-40B4-BE49-F238E27FC236}">
                <a16:creationId xmlns:a16="http://schemas.microsoft.com/office/drawing/2014/main" id="{90DD7D93-4C4D-E385-9F8C-40536F0BDEA2}"/>
              </a:ext>
            </a:extLst>
          </p:cNvPr>
          <p:cNvSpPr>
            <a:spLocks noGrp="1"/>
          </p:cNvSpPr>
          <p:nvPr>
            <p:ph type="dt" sz="half" idx="14"/>
          </p:nvPr>
        </p:nvSpPr>
        <p:spPr/>
        <p:txBody>
          <a:bodyPr/>
          <a:lstStyle/>
          <a:p>
            <a:r>
              <a:rPr lang="en-US" noProof="0"/>
              <a:t>20XX</a:t>
            </a:r>
            <a:endParaRPr lang="en-US" noProof="0" dirty="0"/>
          </a:p>
        </p:txBody>
      </p:sp>
      <p:sp>
        <p:nvSpPr>
          <p:cNvPr id="7" name="Footer Placeholder 6">
            <a:extLst>
              <a:ext uri="{FF2B5EF4-FFF2-40B4-BE49-F238E27FC236}">
                <a16:creationId xmlns:a16="http://schemas.microsoft.com/office/drawing/2014/main" id="{BC99FA72-244D-9DC3-C9B7-E7DAD50A01F7}"/>
              </a:ext>
            </a:extLst>
          </p:cNvPr>
          <p:cNvSpPr>
            <a:spLocks noGrp="1"/>
          </p:cNvSpPr>
          <p:nvPr>
            <p:ph type="ftr" sz="quarter" idx="15"/>
          </p:nvPr>
        </p:nvSpPr>
        <p:spPr/>
        <p:txBody>
          <a:bodyPr/>
          <a:lstStyle/>
          <a:p>
            <a:endParaRPr lang="en-US" noProof="0" dirty="0"/>
          </a:p>
        </p:txBody>
      </p:sp>
      <p:sp>
        <p:nvSpPr>
          <p:cNvPr id="8" name="Slide Number Placeholder 7">
            <a:extLst>
              <a:ext uri="{FF2B5EF4-FFF2-40B4-BE49-F238E27FC236}">
                <a16:creationId xmlns:a16="http://schemas.microsoft.com/office/drawing/2014/main" id="{725A4F6F-66FD-CDA5-7F8F-F5FD6382CFCF}"/>
              </a:ext>
            </a:extLst>
          </p:cNvPr>
          <p:cNvSpPr>
            <a:spLocks noGrp="1"/>
          </p:cNvSpPr>
          <p:nvPr>
            <p:ph type="sldNum" sz="quarter" idx="16"/>
          </p:nvPr>
        </p:nvSpPr>
        <p:spPr>
          <a:xfrm>
            <a:off x="10677340" y="6423914"/>
            <a:ext cx="1052510" cy="365125"/>
          </a:xfrm>
        </p:spPr>
        <p:txBody>
          <a:bodyPr/>
          <a:lstStyle/>
          <a:p>
            <a:fld id="{3A98EE3D-8CD1-4C3F-BD1C-C98C9596463C}" type="slidenum">
              <a:rPr lang="en-US" noProof="0" smtClean="0"/>
              <a:t>‹#›</a:t>
            </a:fld>
            <a:endParaRPr lang="en-US" noProof="0" dirty="0"/>
          </a:p>
        </p:txBody>
      </p:sp>
    </p:spTree>
    <p:extLst>
      <p:ext uri="{BB962C8B-B14F-4D97-AF65-F5344CB8AC3E}">
        <p14:creationId xmlns:p14="http://schemas.microsoft.com/office/powerpoint/2010/main" val="2864431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99551F-0685-470A-A63A-F808D54B9B6A}" type="datetimeFigureOut">
              <a:rPr lang="en-US" smtClean="0"/>
              <a:t>12/20/2025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2BDE3A-8A5F-47C4-AA75-58FC1EB2D383}" type="slidenum">
              <a:rPr lang="en-US" smtClean="0"/>
              <a:t>‹#›</a:t>
            </a:fld>
            <a:endParaRPr lang="en-US" dirty="0"/>
          </a:p>
        </p:txBody>
      </p:sp>
    </p:spTree>
    <p:extLst>
      <p:ext uri="{BB962C8B-B14F-4D97-AF65-F5344CB8AC3E}">
        <p14:creationId xmlns:p14="http://schemas.microsoft.com/office/powerpoint/2010/main" val="97185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60" r:id="rId4"/>
    <p:sldLayoutId id="2147483661" r:id="rId5"/>
    <p:sldLayoutId id="2147483651" r:id="rId6"/>
    <p:sldLayoutId id="2147483653" r:id="rId7"/>
    <p:sldLayoutId id="2147483654" r:id="rId8"/>
    <p:sldLayoutId id="2147483655" r:id="rId9"/>
    <p:sldLayoutId id="2147483656" r:id="rId10"/>
    <p:sldLayoutId id="2147483657" r:id="rId11"/>
    <p:sldLayoutId id="2147483658" r:id="rId12"/>
    <p:sldLayoutId id="2147483659" r:id="rId13"/>
    <p:sldLayoutId id="2147483662" r:id="rId14"/>
  </p:sldLayoutIdLst>
  <p:txStyles>
    <p:titleStyle>
      <a:lvl1pPr algn="l" defTabSz="914400" rtl="0" eaLnBrk="1" latinLnBrk="0" hangingPunct="1">
        <a:lnSpc>
          <a:spcPct val="90000"/>
        </a:lnSpc>
        <a:spcBef>
          <a:spcPct val="0"/>
        </a:spcBef>
        <a:buNone/>
        <a:defRPr sz="4000" kern="120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docs.google.com/document/d/1jXevhQvqXo9FeRdtgBNSPEFHaVD4G4Lg/edit?usp=sharing&amp;ouid=112319365804890427156&amp;rtpof=true&amp;sd=true"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mailto:Revanthputta@my.unt.edu" TargetMode="External"/><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D9DE8-DD11-6B69-1FFD-6BBC42D372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63C113-DFAE-942D-5AC6-0B0FE715F3B8}"/>
              </a:ext>
            </a:extLst>
          </p:cNvPr>
          <p:cNvSpPr>
            <a:spLocks noGrp="1"/>
          </p:cNvSpPr>
          <p:nvPr>
            <p:ph type="ctrTitle"/>
          </p:nvPr>
        </p:nvSpPr>
        <p:spPr>
          <a:xfrm>
            <a:off x="651101" y="2679531"/>
            <a:ext cx="4995937" cy="1847307"/>
          </a:xfrm>
        </p:spPr>
        <p:txBody>
          <a:bodyPr>
            <a:normAutofit fontScale="90000"/>
          </a:bodyPr>
          <a:lstStyle/>
          <a:p>
            <a:pPr algn="ctr"/>
            <a:br>
              <a:rPr lang="en-US" dirty="0">
                <a:ea typeface="+mj-lt"/>
                <a:cs typeface="+mj-lt"/>
              </a:rPr>
            </a:br>
            <a:br>
              <a:rPr lang="en-US" dirty="0">
                <a:ea typeface="+mj-lt"/>
                <a:cs typeface="+mj-lt"/>
              </a:rPr>
            </a:br>
            <a:r>
              <a:rPr lang="en-US" dirty="0">
                <a:ea typeface="+mj-lt"/>
                <a:cs typeface="+mj-lt"/>
              </a:rPr>
              <a:t>   </a:t>
            </a:r>
            <a:br>
              <a:rPr lang="en-US" dirty="0">
                <a:ea typeface="+mj-lt"/>
                <a:cs typeface="+mj-lt"/>
              </a:rPr>
            </a:br>
            <a:r>
              <a:rPr lang="en-US" dirty="0" err="1">
                <a:ea typeface="+mj-lt"/>
                <a:cs typeface="+mj-lt"/>
              </a:rPr>
              <a:t>MedLearn</a:t>
            </a:r>
            <a:r>
              <a:rPr lang="en-US" dirty="0">
                <a:ea typeface="+mj-lt"/>
                <a:cs typeface="+mj-lt"/>
              </a:rPr>
              <a:t> AI     </a:t>
            </a:r>
            <a:br>
              <a:rPr lang="en-US" dirty="0">
                <a:ea typeface="+mj-lt"/>
                <a:cs typeface="+mj-lt"/>
              </a:rPr>
            </a:br>
            <a:br>
              <a:rPr lang="en-US" dirty="0">
                <a:ea typeface="+mj-lt"/>
                <a:cs typeface="+mj-lt"/>
              </a:rPr>
            </a:br>
            <a:r>
              <a:rPr lang="en-US" dirty="0">
                <a:ea typeface="+mj-lt"/>
                <a:cs typeface="+mj-lt"/>
              </a:rPr>
              <a:t> </a:t>
            </a:r>
            <a:br>
              <a:rPr lang="en-US" dirty="0"/>
            </a:br>
            <a:endParaRPr lang="en-US" dirty="0"/>
          </a:p>
        </p:txBody>
      </p:sp>
      <p:sp>
        <p:nvSpPr>
          <p:cNvPr id="7" name="Subtitle 6">
            <a:extLst>
              <a:ext uri="{FF2B5EF4-FFF2-40B4-BE49-F238E27FC236}">
                <a16:creationId xmlns:a16="http://schemas.microsoft.com/office/drawing/2014/main" id="{0BC4EFF6-818E-1D8B-8E55-44AD60BB8D59}"/>
              </a:ext>
            </a:extLst>
          </p:cNvPr>
          <p:cNvSpPr>
            <a:spLocks noGrp="1"/>
          </p:cNvSpPr>
          <p:nvPr>
            <p:ph type="subTitle" idx="1"/>
          </p:nvPr>
        </p:nvSpPr>
        <p:spPr>
          <a:xfrm>
            <a:off x="6517570" y="1704868"/>
            <a:ext cx="5667564" cy="3671281"/>
          </a:xfrm>
        </p:spPr>
        <p:txBody>
          <a:bodyPr>
            <a:normAutofit/>
          </a:bodyPr>
          <a:lstStyle/>
          <a:p>
            <a:pPr algn="ctr">
              <a:spcBef>
                <a:spcPct val="0"/>
              </a:spcBef>
            </a:pPr>
            <a:r>
              <a:rPr lang="en-US" sz="2400" dirty="0">
                <a:latin typeface="Century Gothic"/>
                <a:cs typeface="Segoe UI"/>
              </a:rPr>
              <a:t>AI-Driven Clinical Assessment Platform For Healthcare Workforce</a:t>
            </a:r>
            <a:endParaRPr lang="en-US" sz="2400" dirty="0" err="1">
              <a:solidFill>
                <a:srgbClr val="262626"/>
              </a:solidFill>
              <a:latin typeface="Segoe UI"/>
              <a:cs typeface="Segoe UI"/>
            </a:endParaRPr>
          </a:p>
        </p:txBody>
      </p:sp>
    </p:spTree>
    <p:extLst>
      <p:ext uri="{BB962C8B-B14F-4D97-AF65-F5344CB8AC3E}">
        <p14:creationId xmlns:p14="http://schemas.microsoft.com/office/powerpoint/2010/main" val="2335863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483E2-E2D0-5FA9-5EEB-7BFBADC59CE8}"/>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DF04CB2D-A710-40A7-808C-46E1F7F7A358}"/>
              </a:ext>
            </a:extLst>
          </p:cNvPr>
          <p:cNvSpPr>
            <a:spLocks noGrp="1"/>
          </p:cNvSpPr>
          <p:nvPr>
            <p:ph type="ctrTitle"/>
          </p:nvPr>
        </p:nvSpPr>
        <p:spPr>
          <a:xfrm>
            <a:off x="675420" y="2493085"/>
            <a:ext cx="4971618" cy="2033753"/>
          </a:xfrm>
        </p:spPr>
        <p:txBody>
          <a:bodyPr anchor="ctr">
            <a:normAutofit/>
          </a:bodyPr>
          <a:lstStyle/>
          <a:p>
            <a:r>
              <a:rPr lang="en-US" dirty="0"/>
              <a:t>The Pain</a:t>
            </a:r>
            <a:br>
              <a:rPr lang="en-US" dirty="0"/>
            </a:br>
            <a:r>
              <a:rPr lang="en-US" dirty="0"/>
              <a:t>points</a:t>
            </a:r>
          </a:p>
        </p:txBody>
      </p:sp>
      <p:sp>
        <p:nvSpPr>
          <p:cNvPr id="2" name="TextBox 1">
            <a:extLst>
              <a:ext uri="{FF2B5EF4-FFF2-40B4-BE49-F238E27FC236}">
                <a16:creationId xmlns:a16="http://schemas.microsoft.com/office/drawing/2014/main" id="{C673DCB0-3F9A-9C67-6530-082036D7795E}"/>
              </a:ext>
            </a:extLst>
          </p:cNvPr>
          <p:cNvSpPr txBox="1"/>
          <p:nvPr/>
        </p:nvSpPr>
        <p:spPr>
          <a:xfrm>
            <a:off x="6775107" y="1261114"/>
            <a:ext cx="5275876"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solidFill>
                  <a:srgbClr val="000000"/>
                </a:solidFill>
                <a:latin typeface="Segoe UI"/>
                <a:cs typeface="Segoe UI"/>
              </a:rPr>
              <a:t>Content Creation : In-House or 3rd party </a:t>
            </a:r>
            <a:endParaRPr lang="en-US" dirty="0"/>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solidFill>
                  <a:srgbClr val="000000"/>
                </a:solidFill>
                <a:latin typeface="Segoe UI"/>
                <a:cs typeface="Segoe UI"/>
              </a:rPr>
              <a:t>Generic Content</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solidFill>
                  <a:srgbClr val="000000"/>
                </a:solidFill>
                <a:latin typeface="Segoe UI"/>
                <a:cs typeface="Segoe UI"/>
              </a:rPr>
              <a:t>Competitive Pressure</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solidFill>
                  <a:srgbClr val="000000"/>
                </a:solidFill>
                <a:latin typeface="Segoe UI"/>
                <a:cs typeface="Segoe UI"/>
              </a:rPr>
              <a:t>Manual competency Mapping</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solidFill>
                  <a:srgbClr val="000000"/>
                </a:solidFill>
                <a:latin typeface="Segoe UI"/>
                <a:cs typeface="Segoe UI"/>
              </a:rPr>
              <a:t>Content Update Lag</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solidFill>
                  <a:srgbClr val="000000"/>
                </a:solidFill>
                <a:latin typeface="Segoe UI"/>
                <a:cs typeface="Segoe UI"/>
              </a:rPr>
              <a:t>No Evidence Based Citation Integration</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solidFill>
                  <a:srgbClr val="000000"/>
                </a:solidFill>
                <a:latin typeface="Segoe UI"/>
                <a:cs typeface="Segoe UI"/>
              </a:rPr>
              <a:t>Less Integrations With Cloud Storage</a:t>
            </a:r>
          </a:p>
          <a:p>
            <a:pPr marL="285750" indent="-285750">
              <a:buFont typeface="Arial"/>
              <a:buChar char="•"/>
            </a:pPr>
            <a:endParaRPr lang="en-US"/>
          </a:p>
          <a:p>
            <a:pPr marL="285750" indent="-285750">
              <a:buFont typeface="Arial"/>
              <a:buChar char="•"/>
            </a:pPr>
            <a:r>
              <a:rPr lang="en-US" dirty="0">
                <a:solidFill>
                  <a:srgbClr val="000000"/>
                </a:solidFill>
                <a:latin typeface="Segoe UI"/>
                <a:cs typeface="Segoe UI"/>
              </a:rPr>
              <a:t>Speed and Scalability</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endParaRPr lang="en-US" dirty="0">
              <a:solidFill>
                <a:srgbClr val="000000"/>
              </a:solidFill>
              <a:latin typeface="Segoe UI"/>
              <a:cs typeface="Segoe UI"/>
            </a:endParaRPr>
          </a:p>
          <a:p>
            <a:pPr marL="285750" indent="-285750">
              <a:buFont typeface="Arial"/>
              <a:buChar char="•"/>
            </a:pPr>
            <a:endParaRPr lang="en-US" dirty="0">
              <a:solidFill>
                <a:srgbClr val="000000"/>
              </a:solidFill>
              <a:latin typeface="Segoe UI"/>
              <a:cs typeface="Segoe UI"/>
            </a:endParaRPr>
          </a:p>
          <a:p>
            <a:endParaRPr lang="en-US" dirty="0">
              <a:solidFill>
                <a:srgbClr val="000000"/>
              </a:solidFill>
              <a:latin typeface="Segoe UI"/>
              <a:cs typeface="Segoe UI"/>
            </a:endParaRPr>
          </a:p>
        </p:txBody>
      </p:sp>
    </p:spTree>
    <p:extLst>
      <p:ext uri="{BB962C8B-B14F-4D97-AF65-F5344CB8AC3E}">
        <p14:creationId xmlns:p14="http://schemas.microsoft.com/office/powerpoint/2010/main" val="3686374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A9150-3917-F2DC-03E6-9891E775CE3A}"/>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AE7141B2-FA25-705D-2DEC-F6F035FC8FD4}"/>
              </a:ext>
            </a:extLst>
          </p:cNvPr>
          <p:cNvSpPr>
            <a:spLocks noGrp="1"/>
          </p:cNvSpPr>
          <p:nvPr>
            <p:ph type="title"/>
          </p:nvPr>
        </p:nvSpPr>
        <p:spPr>
          <a:xfrm>
            <a:off x="4210702" y="108522"/>
            <a:ext cx="5250181" cy="988132"/>
          </a:xfrm>
        </p:spPr>
        <p:txBody>
          <a:bodyPr anchor="ctr">
            <a:normAutofit/>
          </a:bodyPr>
          <a:lstStyle/>
          <a:p>
            <a:r>
              <a:rPr lang="en-US" dirty="0"/>
              <a:t>Problem Overview</a:t>
            </a:r>
          </a:p>
        </p:txBody>
      </p:sp>
      <p:sp>
        <p:nvSpPr>
          <p:cNvPr id="27" name="Content Placeholder 2">
            <a:extLst>
              <a:ext uri="{FF2B5EF4-FFF2-40B4-BE49-F238E27FC236}">
                <a16:creationId xmlns:a16="http://schemas.microsoft.com/office/drawing/2014/main" id="{9F01DE7E-A744-565A-53EB-994A8B1D33B1}"/>
              </a:ext>
            </a:extLst>
          </p:cNvPr>
          <p:cNvSpPr>
            <a:spLocks noGrp="1"/>
          </p:cNvSpPr>
          <p:nvPr>
            <p:ph idx="1"/>
          </p:nvPr>
        </p:nvSpPr>
        <p:spPr>
          <a:xfrm>
            <a:off x="714635" y="1265216"/>
            <a:ext cx="11126846" cy="4962162"/>
          </a:xfrm>
        </p:spPr>
        <p:txBody>
          <a:bodyPr vert="horz" lIns="91440" tIns="45720" rIns="91440" bIns="45720" rtlCol="0" anchor="t">
            <a:noAutofit/>
          </a:bodyPr>
          <a:lstStyle/>
          <a:p>
            <a:pPr marL="171450" indent="-171450">
              <a:buChar char="•"/>
            </a:pPr>
            <a:r>
              <a:rPr lang="en-US" sz="1900" dirty="0">
                <a:solidFill>
                  <a:srgbClr val="000000"/>
                </a:solidFill>
                <a:highlight>
                  <a:srgbClr val="FFFFFF"/>
                </a:highlight>
                <a:latin typeface="Aptos"/>
              </a:rPr>
              <a:t>As hospitals expand or acquire new facilities, they need to rapidly scale training content for new staff, new departments, and new specialties. </a:t>
            </a:r>
          </a:p>
          <a:p>
            <a:pPr marL="171450" indent="-171450">
              <a:buChar char="•"/>
            </a:pPr>
            <a:r>
              <a:rPr lang="en-US" sz="1900" dirty="0">
                <a:solidFill>
                  <a:srgbClr val="000000"/>
                </a:solidFill>
                <a:highlight>
                  <a:srgbClr val="FFFFFF"/>
                </a:highlight>
                <a:latin typeface="Aptos"/>
                <a:cs typeface="Segoe UI"/>
              </a:rPr>
              <a:t>Manual content creation doesn't scale efficiently (USERS REVIEWS FROM INTERNET)</a:t>
            </a:r>
          </a:p>
          <a:p>
            <a:pPr marL="171450" indent="-171450">
              <a:buChar char="•"/>
            </a:pPr>
            <a:r>
              <a:rPr lang="en-US" sz="1900" dirty="0">
                <a:solidFill>
                  <a:srgbClr val="000000"/>
                </a:solidFill>
                <a:highlight>
                  <a:srgbClr val="FFFFFF"/>
                </a:highlight>
                <a:latin typeface="Aptos"/>
                <a:cs typeface="Segoe UI"/>
              </a:rPr>
              <a:t>HLX delivers exceptional personalized pathways (Jane AI – 98.61correlation with human validation) but the content creation is still manual. </a:t>
            </a:r>
          </a:p>
          <a:p>
            <a:pPr marL="171450" indent="-171450">
              <a:buChar char="•"/>
            </a:pPr>
            <a:r>
              <a:rPr lang="en-US" sz="1900" dirty="0">
                <a:solidFill>
                  <a:srgbClr val="000000"/>
                </a:solidFill>
                <a:highlight>
                  <a:srgbClr val="FFFFFF"/>
                </a:highlight>
                <a:latin typeface="Aptos"/>
                <a:cs typeface="Segoe UI"/>
              </a:rPr>
              <a:t>When clinical guidelines change , updating all affected training modules is slow</a:t>
            </a:r>
          </a:p>
          <a:p>
            <a:pPr marL="171450" indent="-171450">
              <a:buChar char="•"/>
            </a:pPr>
            <a:r>
              <a:rPr lang="en-US" sz="1900" dirty="0">
                <a:solidFill>
                  <a:srgbClr val="000000"/>
                </a:solidFill>
                <a:highlight>
                  <a:srgbClr val="FFFFFF"/>
                </a:highlight>
                <a:latin typeface="Aptos"/>
                <a:cs typeface="Segoe UI"/>
              </a:rPr>
              <a:t>Educators must search for relevant studies, verify currency, extract key findings, and format citations</a:t>
            </a:r>
          </a:p>
          <a:p>
            <a:pPr marL="171450" indent="-171450">
              <a:buChar char="•"/>
            </a:pPr>
            <a:r>
              <a:rPr lang="en-US" sz="1900" dirty="0">
                <a:solidFill>
                  <a:srgbClr val="000000"/>
                </a:solidFill>
                <a:highlight>
                  <a:srgbClr val="FFFFFF"/>
                </a:highlight>
                <a:latin typeface="Aptos"/>
                <a:cs typeface="Segoe UI"/>
              </a:rPr>
              <a:t>competitors like Sana Learn and </a:t>
            </a:r>
            <a:r>
              <a:rPr lang="en-US" sz="1900" dirty="0" err="1">
                <a:solidFill>
                  <a:srgbClr val="000000"/>
                </a:solidFill>
                <a:highlight>
                  <a:srgbClr val="FFFFFF"/>
                </a:highlight>
                <a:latin typeface="Aptos"/>
                <a:cs typeface="Segoe UI"/>
              </a:rPr>
              <a:t>Docebo</a:t>
            </a:r>
            <a:r>
              <a:rPr lang="en-US" sz="1900" dirty="0">
                <a:solidFill>
                  <a:srgbClr val="000000"/>
                </a:solidFill>
                <a:highlight>
                  <a:srgbClr val="FFFFFF"/>
                </a:highlight>
                <a:latin typeface="Aptos"/>
                <a:cs typeface="Segoe UI"/>
              </a:rPr>
              <a:t> now have AI content generation</a:t>
            </a:r>
          </a:p>
          <a:p>
            <a:pPr marL="171450" indent="-171450">
              <a:buFont typeface="Arial,Sans-Serif" panose="020B0604020202020204" pitchFamily="34" charset="0"/>
              <a:buChar char="•"/>
            </a:pPr>
            <a:r>
              <a:rPr lang="en-US" sz="1900" dirty="0">
                <a:solidFill>
                  <a:srgbClr val="000000"/>
                </a:solidFill>
                <a:highlight>
                  <a:srgbClr val="FFFFFF"/>
                </a:highlight>
                <a:latin typeface="Aptos"/>
                <a:cs typeface="Segoe UI"/>
              </a:rPr>
              <a:t>Hospitals don't want generic  training—they want training on THEIR protocol, THEIR medication </a:t>
            </a:r>
            <a:r>
              <a:rPr lang="en-US" sz="1900" dirty="0" err="1">
                <a:solidFill>
                  <a:srgbClr val="000000"/>
                </a:solidFill>
                <a:highlight>
                  <a:srgbClr val="FFFFFF"/>
                </a:highlight>
                <a:latin typeface="Aptos"/>
                <a:cs typeface="Segoe UI"/>
              </a:rPr>
              <a:t>formulary,THEIR</a:t>
            </a:r>
            <a:r>
              <a:rPr lang="en-US" sz="1900" dirty="0">
                <a:solidFill>
                  <a:srgbClr val="000000"/>
                </a:solidFill>
                <a:highlight>
                  <a:srgbClr val="FFFFFF"/>
                </a:highlight>
                <a:latin typeface="Aptos"/>
                <a:cs typeface="Segoe UI"/>
              </a:rPr>
              <a:t> Epic workflow within Less time</a:t>
            </a:r>
          </a:p>
          <a:p>
            <a:pPr marL="171450" indent="-171450">
              <a:buChar char="•"/>
            </a:pPr>
            <a:endParaRPr lang="en-US" sz="1900" dirty="0">
              <a:solidFill>
                <a:srgbClr val="000000"/>
              </a:solidFill>
              <a:highlight>
                <a:srgbClr val="FFFFFF"/>
              </a:highlight>
              <a:latin typeface="Aptos"/>
              <a:cs typeface="Segoe UI"/>
            </a:endParaRPr>
          </a:p>
          <a:p>
            <a:pPr marL="171450" indent="-171450">
              <a:buChar char="•"/>
            </a:pPr>
            <a:endParaRPr lang="en-US" sz="1900" dirty="0">
              <a:solidFill>
                <a:srgbClr val="000000"/>
              </a:solidFill>
              <a:highlight>
                <a:srgbClr val="FFFFFF"/>
              </a:highlight>
              <a:latin typeface="Aptos"/>
              <a:cs typeface="Segoe UI"/>
            </a:endParaRPr>
          </a:p>
          <a:p>
            <a:endParaRPr lang="en-US" sz="1900" dirty="0">
              <a:solidFill>
                <a:srgbClr val="000000"/>
              </a:solidFill>
              <a:highlight>
                <a:srgbClr val="FFFFFF"/>
              </a:highlight>
              <a:latin typeface="Aptos"/>
              <a:cs typeface="Segoe UI"/>
            </a:endParaRPr>
          </a:p>
          <a:p>
            <a:pPr marL="171450" indent="-171450">
              <a:buChar char="•"/>
            </a:pPr>
            <a:endParaRPr lang="en-US" sz="1900" dirty="0">
              <a:solidFill>
                <a:srgbClr val="000000"/>
              </a:solidFill>
              <a:highlight>
                <a:srgbClr val="FFFFFF"/>
              </a:highlight>
              <a:latin typeface="Aptos"/>
              <a:cs typeface="Segoe UI"/>
            </a:endParaRPr>
          </a:p>
        </p:txBody>
      </p:sp>
    </p:spTree>
    <p:extLst>
      <p:ext uri="{BB962C8B-B14F-4D97-AF65-F5344CB8AC3E}">
        <p14:creationId xmlns:p14="http://schemas.microsoft.com/office/powerpoint/2010/main" val="1053730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7BF30-CAF2-0557-6F13-A9D0E324C19A}"/>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CDAC7051-025D-2312-0747-5671C94F6B79}"/>
              </a:ext>
            </a:extLst>
          </p:cNvPr>
          <p:cNvSpPr>
            <a:spLocks noGrp="1"/>
          </p:cNvSpPr>
          <p:nvPr>
            <p:ph type="ctrTitle"/>
          </p:nvPr>
        </p:nvSpPr>
        <p:spPr>
          <a:xfrm>
            <a:off x="675420" y="2493085"/>
            <a:ext cx="4971618" cy="2033753"/>
          </a:xfrm>
        </p:spPr>
        <p:txBody>
          <a:bodyPr anchor="ctr">
            <a:normAutofit/>
          </a:bodyPr>
          <a:lstStyle/>
          <a:p>
            <a:r>
              <a:rPr lang="en-US" dirty="0"/>
              <a:t>The Solution</a:t>
            </a:r>
          </a:p>
        </p:txBody>
      </p:sp>
      <p:sp>
        <p:nvSpPr>
          <p:cNvPr id="2" name="TextBox 1">
            <a:extLst>
              <a:ext uri="{FF2B5EF4-FFF2-40B4-BE49-F238E27FC236}">
                <a16:creationId xmlns:a16="http://schemas.microsoft.com/office/drawing/2014/main" id="{588BF19F-52DF-8055-2F25-CC4892F6236F}"/>
              </a:ext>
            </a:extLst>
          </p:cNvPr>
          <p:cNvSpPr txBox="1"/>
          <p:nvPr/>
        </p:nvSpPr>
        <p:spPr>
          <a:xfrm>
            <a:off x="6761380" y="856086"/>
            <a:ext cx="5289603" cy="68501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solidFill>
                  <a:srgbClr val="000000"/>
                </a:solidFill>
                <a:latin typeface="Segoe UI"/>
                <a:cs typeface="Segoe UI"/>
              </a:rPr>
              <a:t>Content Velocity and Cost</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solidFill>
                  <a:srgbClr val="000000"/>
                </a:solidFill>
                <a:latin typeface="Segoe UI"/>
                <a:cs typeface="Segoe UI"/>
              </a:rPr>
              <a:t>Evidence Based Quality</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ea typeface="+mn-lt"/>
                <a:cs typeface="+mn-lt"/>
              </a:rPr>
              <a:t>Document Upload &amp; RAG</a:t>
            </a:r>
            <a:endParaRPr lang="en-US" dirty="0">
              <a:cs typeface="Segoe UI"/>
            </a:endParaRPr>
          </a:p>
          <a:p>
            <a:pPr marL="285750" indent="-285750">
              <a:buFont typeface="Arial"/>
              <a:buChar char="•"/>
            </a:pPr>
            <a:endParaRPr lang="en-US" dirty="0">
              <a:cs typeface="Segoe UI"/>
            </a:endParaRPr>
          </a:p>
          <a:p>
            <a:pPr marL="285750" indent="-285750">
              <a:buFont typeface="Arial"/>
              <a:buChar char="•"/>
            </a:pPr>
            <a:r>
              <a:rPr lang="en-US" dirty="0">
                <a:cs typeface="Segoe UI"/>
              </a:rPr>
              <a:t>Personalization via Difficulty levels</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cs typeface="Segoe UI"/>
              </a:rPr>
              <a:t>Comprehensive coverage on topics</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cs typeface="Segoe UI"/>
              </a:rPr>
              <a:t>Micro-Modules</a:t>
            </a:r>
            <a:endParaRPr lang="en-US" dirty="0"/>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solidFill>
                  <a:srgbClr val="000000"/>
                </a:solidFill>
                <a:latin typeface="Segoe UI"/>
                <a:cs typeface="Segoe UI"/>
              </a:rPr>
              <a:t>Skills/ competency graphs </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solidFill>
                  <a:srgbClr val="000000"/>
                </a:solidFill>
                <a:latin typeface="Segoe UI"/>
                <a:cs typeface="Segoe UI"/>
              </a:rPr>
              <a:t>More Advanced Adaptivity</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solidFill>
                  <a:srgbClr val="000000"/>
                </a:solidFill>
                <a:latin typeface="Segoe UI"/>
                <a:cs typeface="Segoe UI"/>
              </a:rPr>
              <a:t>Smarter </a:t>
            </a:r>
            <a:r>
              <a:rPr lang="en-US" dirty="0" err="1">
                <a:solidFill>
                  <a:srgbClr val="000000"/>
                </a:solidFill>
                <a:latin typeface="Segoe UI"/>
                <a:cs typeface="Segoe UI"/>
              </a:rPr>
              <a:t>Autoring</a:t>
            </a:r>
            <a:r>
              <a:rPr lang="en-US" dirty="0">
                <a:solidFill>
                  <a:srgbClr val="000000"/>
                </a:solidFill>
                <a:latin typeface="Segoe UI"/>
                <a:cs typeface="Segoe UI"/>
              </a:rPr>
              <a:t> Helpers</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endParaRPr lang="en-US" dirty="0">
              <a:solidFill>
                <a:srgbClr val="000000"/>
              </a:solidFill>
              <a:latin typeface="Segoe UI"/>
              <a:cs typeface="Segoe UI"/>
            </a:endParaRPr>
          </a:p>
          <a:p>
            <a:pPr marL="285750" indent="-285750">
              <a:buFont typeface="Arial"/>
              <a:buChar char="•"/>
            </a:pPr>
            <a:endParaRPr lang="en-US" dirty="0">
              <a:solidFill>
                <a:srgbClr val="000000"/>
              </a:solidFill>
              <a:latin typeface="Segoe UI"/>
              <a:cs typeface="Segoe UI"/>
            </a:endParaRPr>
          </a:p>
          <a:p>
            <a:pPr marL="285750" indent="-285750">
              <a:buFont typeface="Arial"/>
              <a:buChar char="•"/>
            </a:pPr>
            <a:endParaRPr lang="en-US" dirty="0">
              <a:solidFill>
                <a:srgbClr val="000000"/>
              </a:solidFill>
              <a:latin typeface="Segoe UI"/>
              <a:cs typeface="Segoe UI"/>
            </a:endParaRPr>
          </a:p>
          <a:p>
            <a:pPr marL="285750" indent="-285750">
              <a:buFont typeface="Arial"/>
              <a:buChar char="•"/>
            </a:pPr>
            <a:endParaRPr lang="en-US" dirty="0">
              <a:solidFill>
                <a:srgbClr val="000000"/>
              </a:solidFill>
              <a:latin typeface="Segoe UI"/>
              <a:cs typeface="Segoe UI"/>
            </a:endParaRPr>
          </a:p>
          <a:p>
            <a:pPr marL="285750" indent="-285750">
              <a:buFont typeface="Arial"/>
              <a:buChar char="•"/>
            </a:pPr>
            <a:endParaRPr lang="en-US" dirty="0">
              <a:solidFill>
                <a:srgbClr val="000000"/>
              </a:solidFill>
              <a:latin typeface="Segoe UI"/>
              <a:cs typeface="Segoe UI"/>
            </a:endParaRPr>
          </a:p>
          <a:p>
            <a:endParaRPr lang="en-US" dirty="0">
              <a:solidFill>
                <a:srgbClr val="000000"/>
              </a:solidFill>
              <a:latin typeface="Segoe UI"/>
              <a:cs typeface="Segoe UI"/>
            </a:endParaRPr>
          </a:p>
        </p:txBody>
      </p:sp>
    </p:spTree>
    <p:extLst>
      <p:ext uri="{BB962C8B-B14F-4D97-AF65-F5344CB8AC3E}">
        <p14:creationId xmlns:p14="http://schemas.microsoft.com/office/powerpoint/2010/main" val="2460187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7CB05-2946-0DCB-A9C5-CB4AAE1A01C6}"/>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5DEF951D-8262-83D2-68B9-A9803E84CBC9}"/>
              </a:ext>
            </a:extLst>
          </p:cNvPr>
          <p:cNvSpPr>
            <a:spLocks noGrp="1"/>
          </p:cNvSpPr>
          <p:nvPr>
            <p:ph type="ctrTitle"/>
          </p:nvPr>
        </p:nvSpPr>
        <p:spPr>
          <a:xfrm>
            <a:off x="675420" y="2493085"/>
            <a:ext cx="4971618" cy="2033753"/>
          </a:xfrm>
        </p:spPr>
        <p:txBody>
          <a:bodyPr anchor="ctr">
            <a:normAutofit/>
          </a:bodyPr>
          <a:lstStyle/>
          <a:p>
            <a:r>
              <a:rPr lang="en-US" dirty="0" err="1"/>
              <a:t>MedLearn</a:t>
            </a:r>
            <a:r>
              <a:rPr lang="en-US" dirty="0"/>
              <a:t> AI</a:t>
            </a:r>
            <a:br>
              <a:rPr lang="en-US" dirty="0"/>
            </a:br>
            <a:r>
              <a:rPr lang="en-US" dirty="0"/>
              <a:t>Features</a:t>
            </a:r>
          </a:p>
        </p:txBody>
      </p:sp>
      <p:sp>
        <p:nvSpPr>
          <p:cNvPr id="2" name="TextBox 1">
            <a:extLst>
              <a:ext uri="{FF2B5EF4-FFF2-40B4-BE49-F238E27FC236}">
                <a16:creationId xmlns:a16="http://schemas.microsoft.com/office/drawing/2014/main" id="{F3D32813-0745-5B88-B1CE-ABBB6E5EF940}"/>
              </a:ext>
            </a:extLst>
          </p:cNvPr>
          <p:cNvSpPr txBox="1"/>
          <p:nvPr/>
        </p:nvSpPr>
        <p:spPr>
          <a:xfrm>
            <a:off x="6761380" y="856086"/>
            <a:ext cx="5289603" cy="67403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solidFill>
                  <a:srgbClr val="000000"/>
                </a:solidFill>
                <a:latin typeface="Segoe UI"/>
                <a:cs typeface="Segoe UI"/>
              </a:rPr>
              <a:t>AI Content Generation(Scenario Based)</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solidFill>
                  <a:srgbClr val="000000"/>
                </a:solidFill>
                <a:latin typeface="Segoe UI"/>
                <a:cs typeface="Segoe UI"/>
              </a:rPr>
              <a:t>PubMed Based Evidence</a:t>
            </a:r>
          </a:p>
          <a:p>
            <a:pPr marL="285750" indent="-285750">
              <a:buFont typeface="Arial"/>
              <a:buChar char="•"/>
            </a:pPr>
            <a:endParaRPr lang="en-US" dirty="0">
              <a:ea typeface="+mn-lt"/>
              <a:cs typeface="+mn-lt"/>
            </a:endParaRPr>
          </a:p>
          <a:p>
            <a:pPr marL="285750" indent="-285750">
              <a:buFont typeface="Arial"/>
              <a:buChar char="•"/>
            </a:pPr>
            <a:r>
              <a:rPr lang="en-US" dirty="0">
                <a:cs typeface="Segoe UI"/>
              </a:rPr>
              <a:t>Supports All type of Files</a:t>
            </a:r>
          </a:p>
          <a:p>
            <a:pPr marL="285750" indent="-285750">
              <a:buFont typeface="Arial,Sans-Serif"/>
              <a:buChar char="•"/>
            </a:pPr>
            <a:endParaRPr lang="en-US" dirty="0">
              <a:cs typeface="Segoe UI"/>
            </a:endParaRPr>
          </a:p>
          <a:p>
            <a:pPr marL="285750" indent="-285750">
              <a:buFont typeface="Arial,Sans-Serif"/>
              <a:buChar char="•"/>
            </a:pPr>
            <a:r>
              <a:rPr lang="en-US" dirty="0">
                <a:cs typeface="Segoe UI"/>
              </a:rPr>
              <a:t>Hospital policy RAG</a:t>
            </a:r>
          </a:p>
          <a:p>
            <a:pPr marL="285750" indent="-285750">
              <a:buFont typeface="Arial,Sans-Serif"/>
              <a:buChar char="•"/>
            </a:pPr>
            <a:endParaRPr lang="en-US" dirty="0">
              <a:cs typeface="Segoe UI"/>
            </a:endParaRPr>
          </a:p>
          <a:p>
            <a:pPr marL="285750" indent="-285750">
              <a:buFont typeface="Arial"/>
              <a:buChar char="•"/>
            </a:pPr>
            <a:r>
              <a:rPr lang="en-US" dirty="0">
                <a:solidFill>
                  <a:srgbClr val="000000"/>
                </a:solidFill>
                <a:latin typeface="Segoe UI"/>
                <a:cs typeface="Segoe UI"/>
              </a:rPr>
              <a:t>Skills Analytics </a:t>
            </a:r>
          </a:p>
          <a:p>
            <a:pPr marL="285750" indent="-285750">
              <a:buFont typeface="Arial"/>
              <a:buChar char="•"/>
            </a:pPr>
            <a:endParaRPr lang="en-US" dirty="0">
              <a:cs typeface="Segoe UI"/>
            </a:endParaRPr>
          </a:p>
          <a:p>
            <a:pPr marL="285750" indent="-285750">
              <a:buFont typeface="Arial"/>
              <a:buChar char="•"/>
            </a:pPr>
            <a:r>
              <a:rPr lang="en-US" dirty="0">
                <a:cs typeface="Segoe UI"/>
              </a:rPr>
              <a:t>Micro-Modules</a:t>
            </a:r>
            <a:endParaRPr lang="en-US" dirty="0"/>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solidFill>
                  <a:srgbClr val="000000"/>
                </a:solidFill>
                <a:latin typeface="Segoe UI"/>
                <a:cs typeface="Segoe UI"/>
              </a:rPr>
              <a:t>Adaptive Learning</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solidFill>
                  <a:srgbClr val="000000"/>
                </a:solidFill>
                <a:latin typeface="Segoe UI"/>
                <a:cs typeface="Segoe UI"/>
              </a:rPr>
              <a:t>Language Translation</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solidFill>
                  <a:srgbClr val="000000"/>
                </a:solidFill>
                <a:latin typeface="Segoe UI"/>
                <a:cs typeface="Segoe UI"/>
              </a:rPr>
              <a:t>NCLEX- NGN style based questions</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endParaRPr lang="en-US" dirty="0">
              <a:solidFill>
                <a:srgbClr val="000000"/>
              </a:solidFill>
              <a:latin typeface="Segoe UI"/>
              <a:cs typeface="Segoe UI"/>
            </a:endParaRPr>
          </a:p>
          <a:p>
            <a:pPr marL="285750" indent="-285750">
              <a:buFont typeface="Arial"/>
              <a:buChar char="•"/>
            </a:pPr>
            <a:endParaRPr lang="en-US" dirty="0">
              <a:solidFill>
                <a:srgbClr val="000000"/>
              </a:solidFill>
              <a:latin typeface="Segoe UI"/>
              <a:cs typeface="Segoe UI"/>
            </a:endParaRPr>
          </a:p>
          <a:p>
            <a:pPr marL="285750" indent="-285750">
              <a:buFont typeface="Arial"/>
              <a:buChar char="•"/>
            </a:pPr>
            <a:endParaRPr lang="en-US" dirty="0">
              <a:solidFill>
                <a:srgbClr val="000000"/>
              </a:solidFill>
              <a:latin typeface="Segoe UI"/>
              <a:cs typeface="Segoe UI"/>
            </a:endParaRPr>
          </a:p>
          <a:p>
            <a:pPr marL="285750" indent="-285750">
              <a:buFont typeface="Arial"/>
              <a:buChar char="•"/>
            </a:pPr>
            <a:endParaRPr lang="en-US" dirty="0">
              <a:solidFill>
                <a:srgbClr val="000000"/>
              </a:solidFill>
              <a:latin typeface="Segoe UI"/>
              <a:cs typeface="Segoe UI"/>
            </a:endParaRPr>
          </a:p>
          <a:p>
            <a:pPr marL="285750" indent="-285750">
              <a:buFont typeface="Arial"/>
              <a:buChar char="•"/>
            </a:pPr>
            <a:endParaRPr lang="en-US" dirty="0">
              <a:solidFill>
                <a:srgbClr val="000000"/>
              </a:solidFill>
              <a:latin typeface="Segoe UI"/>
              <a:cs typeface="Segoe UI"/>
            </a:endParaRPr>
          </a:p>
          <a:p>
            <a:endParaRPr lang="en-US" dirty="0">
              <a:solidFill>
                <a:srgbClr val="000000"/>
              </a:solidFill>
              <a:latin typeface="Segoe UI"/>
              <a:cs typeface="Segoe UI"/>
            </a:endParaRPr>
          </a:p>
        </p:txBody>
      </p:sp>
    </p:spTree>
    <p:extLst>
      <p:ext uri="{BB962C8B-B14F-4D97-AF65-F5344CB8AC3E}">
        <p14:creationId xmlns:p14="http://schemas.microsoft.com/office/powerpoint/2010/main" val="4279868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0F5BE-A513-4CCA-D0D3-F3D4E1A139FB}"/>
            </a:ext>
          </a:extLst>
        </p:cNvPr>
        <p:cNvGrpSpPr/>
        <p:nvPr/>
      </p:nvGrpSpPr>
      <p:grpSpPr>
        <a:xfrm>
          <a:off x="0" y="0"/>
          <a:ext cx="0" cy="0"/>
          <a:chOff x="0" y="0"/>
          <a:chExt cx="0" cy="0"/>
        </a:xfrm>
      </p:grpSpPr>
      <p:pic>
        <p:nvPicPr>
          <p:cNvPr id="3" name="Picture 2" descr="A diagram of a computer program&#10;&#10;AI-generated content may be incorrect.">
            <a:extLst>
              <a:ext uri="{FF2B5EF4-FFF2-40B4-BE49-F238E27FC236}">
                <a16:creationId xmlns:a16="http://schemas.microsoft.com/office/drawing/2014/main" id="{B073EE7D-37BF-D5EE-B46F-19389A76AA72}"/>
              </a:ext>
            </a:extLst>
          </p:cNvPr>
          <p:cNvPicPr>
            <a:picLocks noChangeAspect="1"/>
          </p:cNvPicPr>
          <p:nvPr/>
        </p:nvPicPr>
        <p:blipFill>
          <a:blip r:embed="rId3"/>
          <a:stretch>
            <a:fillRect/>
          </a:stretch>
        </p:blipFill>
        <p:spPr>
          <a:xfrm>
            <a:off x="1344202" y="22543"/>
            <a:ext cx="9633135" cy="6473190"/>
          </a:xfrm>
          <a:prstGeom prst="rect">
            <a:avLst/>
          </a:prstGeom>
          <a:noFill/>
        </p:spPr>
      </p:pic>
    </p:spTree>
    <p:extLst>
      <p:ext uri="{BB962C8B-B14F-4D97-AF65-F5344CB8AC3E}">
        <p14:creationId xmlns:p14="http://schemas.microsoft.com/office/powerpoint/2010/main" val="1242519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BDF95-CC50-756C-7609-7DD442BB7D75}"/>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18A5A064-BEB4-4665-BAD1-E800BF078FCB}"/>
              </a:ext>
            </a:extLst>
          </p:cNvPr>
          <p:cNvSpPr>
            <a:spLocks noGrp="1"/>
          </p:cNvSpPr>
          <p:nvPr>
            <p:ph type="title"/>
          </p:nvPr>
        </p:nvSpPr>
        <p:spPr>
          <a:xfrm>
            <a:off x="3462432" y="108522"/>
            <a:ext cx="5998451" cy="988132"/>
          </a:xfrm>
        </p:spPr>
        <p:txBody>
          <a:bodyPr anchor="ctr">
            <a:normAutofit/>
          </a:bodyPr>
          <a:lstStyle/>
          <a:p>
            <a:r>
              <a:rPr lang="en-US" dirty="0" err="1"/>
              <a:t>MedLearn</a:t>
            </a:r>
            <a:r>
              <a:rPr lang="en-US" dirty="0"/>
              <a:t> Expanded</a:t>
            </a:r>
          </a:p>
        </p:txBody>
      </p:sp>
      <p:sp>
        <p:nvSpPr>
          <p:cNvPr id="27" name="Content Placeholder 2">
            <a:extLst>
              <a:ext uri="{FF2B5EF4-FFF2-40B4-BE49-F238E27FC236}">
                <a16:creationId xmlns:a16="http://schemas.microsoft.com/office/drawing/2014/main" id="{AD34BA7A-8349-7E20-1A22-88083B7AC825}"/>
              </a:ext>
            </a:extLst>
          </p:cNvPr>
          <p:cNvSpPr>
            <a:spLocks noGrp="1"/>
          </p:cNvSpPr>
          <p:nvPr>
            <p:ph idx="1"/>
          </p:nvPr>
        </p:nvSpPr>
        <p:spPr>
          <a:xfrm>
            <a:off x="714635" y="1265216"/>
            <a:ext cx="11126846" cy="4962162"/>
          </a:xfrm>
        </p:spPr>
        <p:txBody>
          <a:bodyPr vert="horz" lIns="91440" tIns="45720" rIns="91440" bIns="45720" rtlCol="0" anchor="t">
            <a:noAutofit/>
          </a:bodyPr>
          <a:lstStyle/>
          <a:p>
            <a:pPr marL="171450" indent="-171450">
              <a:buChar char="•"/>
            </a:pPr>
            <a:r>
              <a:rPr lang="en-US" sz="1900" dirty="0">
                <a:solidFill>
                  <a:srgbClr val="000000"/>
                </a:solidFill>
                <a:highlight>
                  <a:srgbClr val="FFFFFF"/>
                </a:highlight>
                <a:ea typeface="+mn-lt"/>
                <a:cs typeface="+mn-lt"/>
              </a:rPr>
              <a:t>Semantic search across indexed hospital documents using </a:t>
            </a:r>
            <a:r>
              <a:rPr lang="en-US" sz="1900" dirty="0" err="1">
                <a:solidFill>
                  <a:srgbClr val="000000"/>
                </a:solidFill>
                <a:highlight>
                  <a:srgbClr val="FFFFFF"/>
                </a:highlight>
                <a:ea typeface="+mn-lt"/>
                <a:cs typeface="+mn-lt"/>
              </a:rPr>
              <a:t>Weaviate</a:t>
            </a:r>
            <a:r>
              <a:rPr lang="en-US" sz="1900" dirty="0">
                <a:solidFill>
                  <a:srgbClr val="000000"/>
                </a:solidFill>
                <a:highlight>
                  <a:srgbClr val="FFFFFF"/>
                </a:highlight>
                <a:ea typeface="+mn-lt"/>
                <a:cs typeface="+mn-lt"/>
              </a:rPr>
              <a:t> database enables context-aware question generation from specific protocol sections</a:t>
            </a:r>
            <a:endParaRPr lang="en-US">
              <a:solidFill>
                <a:srgbClr val="262626"/>
              </a:solidFill>
              <a:ea typeface="+mn-lt"/>
              <a:cs typeface="+mn-lt"/>
            </a:endParaRPr>
          </a:p>
          <a:p>
            <a:pPr marL="171450" indent="-171450">
              <a:buFont typeface="Arial,Sans-Serif" panose="020B0604020202020204" pitchFamily="34" charset="0"/>
              <a:buChar char="•"/>
            </a:pPr>
            <a:r>
              <a:rPr lang="en-US" sz="1900" dirty="0">
                <a:solidFill>
                  <a:srgbClr val="000000"/>
                </a:solidFill>
                <a:highlight>
                  <a:srgbClr val="FFFFFF"/>
                </a:highlight>
                <a:latin typeface="Segoe UI"/>
                <a:cs typeface="Segoe UI"/>
              </a:rPr>
              <a:t>Combines uploaded hospital protocols with PubMed evidence to generate questions</a:t>
            </a:r>
          </a:p>
          <a:p>
            <a:pPr marL="171450" indent="-171450">
              <a:buChar char="•"/>
            </a:pPr>
            <a:r>
              <a:rPr lang="en-US" sz="1900" dirty="0">
                <a:solidFill>
                  <a:srgbClr val="000000"/>
                </a:solidFill>
                <a:highlight>
                  <a:srgbClr val="FFFFFF"/>
                </a:highlight>
                <a:ea typeface="+mn-lt"/>
                <a:cs typeface="+mn-lt"/>
              </a:rPr>
              <a:t>Three assessment modes (Practice, Timed, Adaptive) with real-time difficulty adjustment based on learner performance pattern</a:t>
            </a:r>
          </a:p>
          <a:p>
            <a:pPr marL="171450" indent="-171450">
              <a:buChar char="•"/>
            </a:pPr>
            <a:r>
              <a:rPr lang="en-US" sz="1900" dirty="0">
                <a:solidFill>
                  <a:srgbClr val="000000"/>
                </a:solidFill>
                <a:highlight>
                  <a:srgbClr val="FFFFFF"/>
                </a:highlight>
                <a:ea typeface="+mn-lt"/>
                <a:cs typeface="+mn-lt"/>
              </a:rPr>
              <a:t>Tracks performance at skill level and topic level, not just completion rates</a:t>
            </a:r>
          </a:p>
          <a:p>
            <a:pPr marL="171450" indent="-171450">
              <a:buChar char="•"/>
            </a:pPr>
            <a:r>
              <a:rPr lang="en-US" sz="1900" dirty="0">
                <a:solidFill>
                  <a:srgbClr val="000000"/>
                </a:solidFill>
                <a:highlight>
                  <a:srgbClr val="FFFFFF"/>
                </a:highlight>
                <a:ea typeface="+mn-lt"/>
                <a:cs typeface="+mn-lt"/>
              </a:rPr>
              <a:t>Educators switch tone (“student nurse”, “experienced RN”) and reading level (plain vs technical) for scenarios and explanations.</a:t>
            </a:r>
            <a:endParaRPr lang="en-US" dirty="0">
              <a:solidFill>
                <a:srgbClr val="262626"/>
              </a:solidFill>
              <a:latin typeface="Segoe UI"/>
              <a:cs typeface="Segoe UI"/>
            </a:endParaRPr>
          </a:p>
          <a:p>
            <a:pPr marL="171450" indent="-171450">
              <a:buChar char="•"/>
            </a:pPr>
            <a:r>
              <a:rPr lang="en-US" sz="1900" dirty="0">
                <a:solidFill>
                  <a:srgbClr val="000000"/>
                </a:solidFill>
                <a:highlight>
                  <a:srgbClr val="FFFFFF"/>
                </a:highlight>
                <a:ea typeface="+mn-lt"/>
                <a:cs typeface="+mn-lt"/>
              </a:rPr>
              <a:t>Chat interface Uses your indexed documents + PubMed to Answer learners questions - AI chatbot</a:t>
            </a:r>
            <a:endParaRPr lang="en-US" sz="1900" dirty="0">
              <a:solidFill>
                <a:srgbClr val="000000"/>
              </a:solidFill>
              <a:highlight>
                <a:srgbClr val="FFFFFF"/>
              </a:highlight>
              <a:latin typeface="Aptos"/>
              <a:cs typeface="Segoe UI"/>
            </a:endParaRPr>
          </a:p>
          <a:p>
            <a:pPr marL="171450" indent="-171450">
              <a:buFont typeface="Arial" panose="020B0604020202020204" pitchFamily="34" charset="0"/>
              <a:buChar char="•"/>
            </a:pPr>
            <a:r>
              <a:rPr lang="en-US" sz="1900" dirty="0">
                <a:solidFill>
                  <a:srgbClr val="000000"/>
                </a:solidFill>
                <a:highlight>
                  <a:srgbClr val="FFFFFF"/>
                </a:highlight>
                <a:ea typeface="+mn-lt"/>
                <a:cs typeface="+mn-lt"/>
              </a:rPr>
              <a:t>Breaks complex topics into 5-10 minute modules consumable during clinical breaks, respecting healthcare workers' limited dedicated study time</a:t>
            </a:r>
            <a:endParaRPr lang="en-US" sz="1900" dirty="0">
              <a:solidFill>
                <a:srgbClr val="000000"/>
              </a:solidFill>
              <a:highlight>
                <a:srgbClr val="FFFFFF"/>
              </a:highlight>
              <a:latin typeface="Segoe UI"/>
              <a:cs typeface="Segoe UI"/>
            </a:endParaRPr>
          </a:p>
          <a:p>
            <a:pPr marL="171450" indent="-171450">
              <a:buFont typeface="Arial" panose="020B0604020202020204" pitchFamily="34" charset="0"/>
              <a:buChar char="•"/>
            </a:pPr>
            <a:endParaRPr lang="en-US" sz="1900" dirty="0">
              <a:solidFill>
                <a:srgbClr val="000000"/>
              </a:solidFill>
              <a:highlight>
                <a:srgbClr val="FFFFFF"/>
              </a:highlight>
              <a:latin typeface="Aptos"/>
              <a:cs typeface="Segoe UI"/>
            </a:endParaRPr>
          </a:p>
        </p:txBody>
      </p:sp>
    </p:spTree>
    <p:extLst>
      <p:ext uri="{BB962C8B-B14F-4D97-AF65-F5344CB8AC3E}">
        <p14:creationId xmlns:p14="http://schemas.microsoft.com/office/powerpoint/2010/main" val="306671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24E7C-8D41-5766-0BCE-AAD55CFC5AC0}"/>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65F95743-6455-89BB-DB74-03B9F83B8E59}"/>
              </a:ext>
            </a:extLst>
          </p:cNvPr>
          <p:cNvSpPr>
            <a:spLocks noGrp="1"/>
          </p:cNvSpPr>
          <p:nvPr>
            <p:ph type="ctrTitle"/>
          </p:nvPr>
        </p:nvSpPr>
        <p:spPr>
          <a:xfrm>
            <a:off x="675420" y="2493085"/>
            <a:ext cx="4971618" cy="2033753"/>
          </a:xfrm>
        </p:spPr>
        <p:txBody>
          <a:bodyPr anchor="ctr">
            <a:normAutofit/>
          </a:bodyPr>
          <a:lstStyle/>
          <a:p>
            <a:r>
              <a:rPr lang="en-US" dirty="0"/>
              <a:t>Future Scope</a:t>
            </a:r>
            <a:br>
              <a:rPr lang="en-US" dirty="0"/>
            </a:br>
            <a:r>
              <a:rPr lang="en-US" dirty="0"/>
              <a:t>&amp;Improvements</a:t>
            </a:r>
          </a:p>
        </p:txBody>
      </p:sp>
      <p:sp>
        <p:nvSpPr>
          <p:cNvPr id="2" name="TextBox 1">
            <a:extLst>
              <a:ext uri="{FF2B5EF4-FFF2-40B4-BE49-F238E27FC236}">
                <a16:creationId xmlns:a16="http://schemas.microsoft.com/office/drawing/2014/main" id="{C089FB74-102E-02FF-379B-A7553CFA0107}"/>
              </a:ext>
            </a:extLst>
          </p:cNvPr>
          <p:cNvSpPr txBox="1"/>
          <p:nvPr/>
        </p:nvSpPr>
        <p:spPr>
          <a:xfrm>
            <a:off x="6761380" y="856086"/>
            <a:ext cx="5289603" cy="64633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solidFill>
                  <a:srgbClr val="000000"/>
                </a:solidFill>
                <a:latin typeface="Segoe UI"/>
                <a:cs typeface="Segoe UI"/>
              </a:rPr>
              <a:t>Knowledge Retention Proxy</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cs typeface="Segoe UI"/>
              </a:rPr>
              <a:t>Gap Driven Recommendations</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cs typeface="Segoe UI"/>
              </a:rPr>
              <a:t>Gamification Layer</a:t>
            </a:r>
          </a:p>
          <a:p>
            <a:pPr marL="285750" indent="-285750">
              <a:buFont typeface="Arial"/>
              <a:buChar char="•"/>
            </a:pPr>
            <a:endParaRPr lang="en-US" dirty="0">
              <a:cs typeface="Segoe UI"/>
            </a:endParaRPr>
          </a:p>
          <a:p>
            <a:pPr marL="285750" indent="-285750">
              <a:buFont typeface="Arial"/>
              <a:buChar char="•"/>
            </a:pPr>
            <a:r>
              <a:rPr lang="en-US" dirty="0">
                <a:solidFill>
                  <a:srgbClr val="000000"/>
                </a:solidFill>
                <a:latin typeface="Segoe UI"/>
                <a:cs typeface="Segoe UI"/>
              </a:rPr>
              <a:t>No-Go Topic lists</a:t>
            </a:r>
          </a:p>
          <a:p>
            <a:pPr marL="285750" indent="-285750">
              <a:buFont typeface="Arial"/>
              <a:buChar char="•"/>
            </a:pPr>
            <a:endParaRPr lang="en-US" dirty="0">
              <a:cs typeface="Segoe UI"/>
            </a:endParaRPr>
          </a:p>
          <a:p>
            <a:pPr marL="285750" indent="-285750">
              <a:buFont typeface="Arial"/>
              <a:buChar char="•"/>
            </a:pPr>
            <a:r>
              <a:rPr lang="en-US" dirty="0">
                <a:cs typeface="Segoe UI"/>
              </a:rPr>
              <a:t>Social and Peer Learning</a:t>
            </a:r>
          </a:p>
          <a:p>
            <a:pPr marL="285750" indent="-285750">
              <a:buFont typeface="Arial"/>
              <a:buChar char="•"/>
            </a:pPr>
            <a:endParaRPr lang="en-US" dirty="0">
              <a:cs typeface="Segoe UI"/>
            </a:endParaRPr>
          </a:p>
          <a:p>
            <a:pPr marL="285750" indent="-285750">
              <a:buFont typeface="Arial"/>
              <a:buChar char="•"/>
            </a:pPr>
            <a:r>
              <a:rPr lang="en-US" dirty="0">
                <a:solidFill>
                  <a:srgbClr val="000000"/>
                </a:solidFill>
                <a:latin typeface="Segoe UI"/>
                <a:cs typeface="Segoe UI"/>
              </a:rPr>
              <a:t>Natural Language Processing </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solidFill>
                  <a:srgbClr val="000000"/>
                </a:solidFill>
                <a:latin typeface="Segoe UI"/>
                <a:cs typeface="Segoe UI"/>
              </a:rPr>
              <a:t>Multi-Lingual Semantic Support</a:t>
            </a:r>
          </a:p>
          <a:p>
            <a:endParaRPr lang="en-US" dirty="0">
              <a:solidFill>
                <a:srgbClr val="000000"/>
              </a:solidFill>
              <a:latin typeface="Segoe UI"/>
              <a:cs typeface="Segoe UI"/>
            </a:endParaRPr>
          </a:p>
          <a:p>
            <a:pPr marL="285750" indent="-285750">
              <a:buFont typeface="Arial"/>
              <a:buChar char="•"/>
            </a:pPr>
            <a:r>
              <a:rPr lang="en-US" dirty="0">
                <a:solidFill>
                  <a:srgbClr val="000000"/>
                </a:solidFill>
                <a:latin typeface="Segoe UI"/>
                <a:cs typeface="Segoe UI"/>
              </a:rPr>
              <a:t>Fully Featured Mobile Experience</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r>
              <a:rPr lang="en-US" dirty="0">
                <a:solidFill>
                  <a:srgbClr val="000000"/>
                </a:solidFill>
                <a:latin typeface="Segoe UI"/>
                <a:cs typeface="Segoe UI"/>
              </a:rPr>
              <a:t>Even More use of AI (AGENTIC AI &amp; RAG)</a:t>
            </a:r>
          </a:p>
          <a:p>
            <a:pPr marL="285750" indent="-285750">
              <a:buFont typeface="Arial"/>
              <a:buChar char="•"/>
            </a:pPr>
            <a:endParaRPr lang="en-US" dirty="0">
              <a:solidFill>
                <a:srgbClr val="000000"/>
              </a:solidFill>
              <a:latin typeface="Segoe UI"/>
              <a:cs typeface="Segoe UI"/>
            </a:endParaRPr>
          </a:p>
          <a:p>
            <a:pPr marL="285750" indent="-285750">
              <a:buFont typeface="Arial"/>
              <a:buChar char="•"/>
            </a:pPr>
            <a:endParaRPr lang="en-US" dirty="0">
              <a:solidFill>
                <a:srgbClr val="000000"/>
              </a:solidFill>
              <a:latin typeface="Segoe UI"/>
              <a:cs typeface="Segoe UI"/>
            </a:endParaRPr>
          </a:p>
          <a:p>
            <a:pPr marL="285750" indent="-285750">
              <a:buFont typeface="Arial"/>
              <a:buChar char="•"/>
            </a:pPr>
            <a:endParaRPr lang="en-US" dirty="0">
              <a:solidFill>
                <a:srgbClr val="000000"/>
              </a:solidFill>
              <a:latin typeface="Segoe UI"/>
              <a:cs typeface="Segoe UI"/>
            </a:endParaRPr>
          </a:p>
          <a:p>
            <a:pPr marL="285750" indent="-285750">
              <a:buFont typeface="Arial"/>
              <a:buChar char="•"/>
            </a:pPr>
            <a:endParaRPr lang="en-US" dirty="0">
              <a:solidFill>
                <a:srgbClr val="000000"/>
              </a:solidFill>
              <a:latin typeface="Segoe UI"/>
              <a:cs typeface="Segoe UI"/>
            </a:endParaRPr>
          </a:p>
          <a:p>
            <a:pPr marL="285750" indent="-285750">
              <a:buFont typeface="Arial"/>
              <a:buChar char="•"/>
            </a:pPr>
            <a:endParaRPr lang="en-US" dirty="0">
              <a:solidFill>
                <a:srgbClr val="000000"/>
              </a:solidFill>
              <a:latin typeface="Segoe UI"/>
              <a:cs typeface="Segoe UI"/>
            </a:endParaRPr>
          </a:p>
          <a:p>
            <a:endParaRPr lang="en-US" dirty="0">
              <a:solidFill>
                <a:srgbClr val="000000"/>
              </a:solidFill>
              <a:latin typeface="Segoe UI"/>
              <a:cs typeface="Segoe UI"/>
            </a:endParaRPr>
          </a:p>
        </p:txBody>
      </p:sp>
    </p:spTree>
    <p:extLst>
      <p:ext uri="{BB962C8B-B14F-4D97-AF65-F5344CB8AC3E}">
        <p14:creationId xmlns:p14="http://schemas.microsoft.com/office/powerpoint/2010/main" val="1295359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Ethics &amp; Research</a:t>
            </a:r>
          </a:p>
        </p:txBody>
      </p:sp>
      <p:sp>
        <p:nvSpPr>
          <p:cNvPr id="3" name="Content Placeholder 2"/>
          <p:cNvSpPr>
            <a:spLocks noGrp="1"/>
          </p:cNvSpPr>
          <p:nvPr>
            <p:ph idx="1"/>
          </p:nvPr>
        </p:nvSpPr>
        <p:spPr/>
        <p:txBody>
          <a:bodyPr vert="horz" lIns="91440" tIns="45720" rIns="91440" bIns="45720" rtlCol="0" anchor="t">
            <a:normAutofit fontScale="85000" lnSpcReduction="10000"/>
          </a:bodyPr>
          <a:lstStyle/>
          <a:p>
            <a:r>
              <a:rPr lang="en-US" dirty="0">
                <a:solidFill>
                  <a:srgbClr val="000000"/>
                </a:solidFill>
                <a:ea typeface="+mn-lt"/>
                <a:cs typeface="+mn-lt"/>
              </a:rPr>
              <a:t>This analysis was conducted independently using only publicly available sources including official company websites, Health stream webinars, published Research , Blogs and industry analysis reports. No confidential or proprietary information was accessed. All materials analyzed are publicly accessible and properly cited, with supporting documentation and screenshots included in the research appendix.</a:t>
            </a:r>
          </a:p>
          <a:p>
            <a:r>
              <a:rPr lang="en-US" dirty="0">
                <a:solidFill>
                  <a:srgbClr val="000000"/>
                </a:solidFill>
                <a:cs typeface="Segoe UI"/>
              </a:rPr>
              <a:t>LINK :</a:t>
            </a:r>
          </a:p>
          <a:p>
            <a:r>
              <a:rPr lang="en-US" dirty="0">
                <a:solidFill>
                  <a:srgbClr val="000000"/>
                </a:solidFill>
                <a:ea typeface="+mn-lt"/>
                <a:cs typeface="+mn-lt"/>
                <a:hlinkClick r:id="rId3"/>
              </a:rPr>
              <a:t>https://docs.google.com/document/d/1jXevhQvqXo9FeRdtgBNSPEFHaVD4G4Lg/edit?usp=sharing&amp;ouid=112319365804890427156&amp;rtpof=true&amp;sd=true</a:t>
            </a:r>
            <a:endParaRPr lang="en-US" dirty="0"/>
          </a:p>
        </p:txBody>
      </p:sp>
    </p:spTree>
    <p:extLst>
      <p:ext uri="{BB962C8B-B14F-4D97-AF65-F5344CB8AC3E}">
        <p14:creationId xmlns:p14="http://schemas.microsoft.com/office/powerpoint/2010/main" val="231666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itle 30">
            <a:extLst>
              <a:ext uri="{FF2B5EF4-FFF2-40B4-BE49-F238E27FC236}">
                <a16:creationId xmlns:a16="http://schemas.microsoft.com/office/drawing/2014/main" id="{B045D6AF-532B-394C-0C6F-38B6628CE9DF}"/>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5400" dirty="0">
                <a:solidFill>
                  <a:schemeClr val="tx1"/>
                </a:solidFill>
              </a:rPr>
              <a:t>Thank you</a:t>
            </a:r>
          </a:p>
        </p:txBody>
      </p:sp>
      <p:sp>
        <p:nvSpPr>
          <p:cNvPr id="38"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F59B25D-9615-9332-C32E-4F458417E11E}"/>
              </a:ext>
            </a:extLst>
          </p:cNvPr>
          <p:cNvSpPr>
            <a:spLocks noGrp="1"/>
          </p:cNvSpPr>
          <p:nvPr>
            <p:ph sz="quarter" idx="4"/>
          </p:nvPr>
        </p:nvSpPr>
        <p:spPr>
          <a:xfrm>
            <a:off x="640080" y="2872899"/>
            <a:ext cx="4696670" cy="3320668"/>
          </a:xfrm>
        </p:spPr>
        <p:txBody>
          <a:bodyPr vert="horz" lIns="91440" tIns="45720" rIns="91440" bIns="45720" rtlCol="0">
            <a:normAutofit/>
          </a:bodyPr>
          <a:lstStyle/>
          <a:p>
            <a:pPr indent="-228600">
              <a:buFont typeface="Arial" panose="020B0604020202020204" pitchFamily="34" charset="0"/>
              <a:buChar char="•"/>
            </a:pPr>
            <a:r>
              <a:rPr lang="en-US" sz="2000" dirty="0">
                <a:cs typeface="Segoe UI"/>
              </a:rPr>
              <a:t>Revanth Putta</a:t>
            </a:r>
          </a:p>
          <a:p>
            <a:pPr indent="-228600">
              <a:buFont typeface="Arial" panose="020B0604020202020204" pitchFamily="34" charset="0"/>
              <a:buChar char="•"/>
            </a:pPr>
            <a:r>
              <a:rPr lang="en-US" sz="2000" dirty="0">
                <a:cs typeface="Segoe UI"/>
              </a:rPr>
              <a:t>M.S in AI | ongoing</a:t>
            </a:r>
          </a:p>
          <a:p>
            <a:pPr indent="-228600">
              <a:buFont typeface="Arial" panose="020B0604020202020204" pitchFamily="34" charset="0"/>
              <a:buChar char="•"/>
            </a:pPr>
            <a:r>
              <a:rPr lang="en-US" sz="2000" dirty="0">
                <a:cs typeface="Segoe UI"/>
              </a:rPr>
              <a:t>University of North Texas (UNT)</a:t>
            </a:r>
            <a:endParaRPr lang="en-US" dirty="0"/>
          </a:p>
          <a:p>
            <a:pPr indent="-228600">
              <a:buFont typeface="Arial" panose="020B0604020202020204" pitchFamily="34" charset="0"/>
              <a:buChar char="•"/>
            </a:pPr>
            <a:r>
              <a:rPr lang="en-US" sz="2000" dirty="0">
                <a:cs typeface="Segoe UI"/>
              </a:rPr>
              <a:t>(940) 514 6696</a:t>
            </a:r>
            <a:endParaRPr lang="en-US" dirty="0"/>
          </a:p>
          <a:p>
            <a:pPr indent="-228600">
              <a:buFont typeface="Arial" panose="020B0604020202020204" pitchFamily="34" charset="0"/>
              <a:buChar char="•"/>
            </a:pPr>
            <a:r>
              <a:rPr lang="en-US" sz="2000" dirty="0">
                <a:cs typeface="Segoe UI"/>
                <a:hlinkClick r:id="rId3"/>
              </a:rPr>
              <a:t>Revanthputta@my.unt.edu</a:t>
            </a:r>
            <a:endParaRPr lang="en-US" sz="2000" dirty="0">
              <a:cs typeface="Segoe UI"/>
            </a:endParaRPr>
          </a:p>
        </p:txBody>
      </p:sp>
      <p:pic>
        <p:nvPicPr>
          <p:cNvPr id="23" name="Picture Placeholder 22" descr="A group of people giving each other a high five">
            <a:extLst>
              <a:ext uri="{FF2B5EF4-FFF2-40B4-BE49-F238E27FC236}">
                <a16:creationId xmlns:a16="http://schemas.microsoft.com/office/drawing/2014/main" id="{D92A2E6E-E7AB-92FB-0E6F-133483021C22}"/>
              </a:ext>
            </a:extLst>
          </p:cNvPr>
          <p:cNvPicPr>
            <a:picLocks noGrp="1" noChangeAspect="1"/>
          </p:cNvPicPr>
          <p:nvPr>
            <p:ph type="pic" sz="quarter" idx="13"/>
          </p:nvPr>
        </p:nvPicPr>
        <p:blipFill rotWithShape="1">
          <a:blip r:embed="rId4"/>
          <a:srcRect r="33299"/>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770959368"/>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2D3C50"/>
      </a:dk2>
      <a:lt2>
        <a:srgbClr val="CBD1D1"/>
      </a:lt2>
      <a:accent1>
        <a:srgbClr val="46A0D8"/>
      </a:accent1>
      <a:accent2>
        <a:srgbClr val="CC5B27"/>
      </a:accent2>
      <a:accent3>
        <a:srgbClr val="33AC55"/>
      </a:accent3>
      <a:accent4>
        <a:srgbClr val="EE9F20"/>
      </a:accent4>
      <a:accent5>
        <a:srgbClr val="824D9D"/>
      </a:accent5>
      <a:accent6>
        <a:srgbClr val="3ABA99"/>
      </a:accent6>
      <a:hlink>
        <a:srgbClr val="0563C1"/>
      </a:hlink>
      <a:folHlink>
        <a:srgbClr val="954F72"/>
      </a:folHlink>
    </a:clrScheme>
    <a:fontScheme name="Custom 2">
      <a:majorFont>
        <a:latin typeface="Century Gothic"/>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6401942_win32_v2" id="{BFDBA5BB-00C2-4FD6-BF44-6F34C81AFAE6}" vid="{710E1C20-E799-41A9-B32B-772BA18F69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6" ma:contentTypeDescription="Create a new document." ma:contentTypeScope="" ma:versionID="ac37c1753acd5e330d2062ccec26ea66">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340c7101c92c5120abd06486f9454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945D35E-8227-46A9-BA56-FC43209CE40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C4D21938-1F13-4699-8A6C-390EF71C7BE1}">
  <ds:schemaRefs>
    <ds:schemaRef ds:uri="http://schemas.microsoft.com/sharepoint/v3/contenttype/forms"/>
  </ds:schemaRefs>
</ds:datastoreItem>
</file>

<file path=customXml/itemProps3.xml><?xml version="1.0" encoding="utf-8"?>
<ds:datastoreItem xmlns:ds="http://schemas.openxmlformats.org/officeDocument/2006/customXml" ds:itemID="{B07DF88F-5EF0-4E23-AF56-043C48FFDD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37f4b8a2-ad4f-41b5-9a91-284d2cc38f56}" enabled="1" method="Standard" siteId="{70de1992-07c6-480f-a318-a1afcba03983}" removed="0"/>
</clbl:labelList>
</file>

<file path=docProps/app.xml><?xml version="1.0" encoding="utf-8"?>
<Properties xmlns="http://schemas.openxmlformats.org/officeDocument/2006/extended-properties" xmlns:vt="http://schemas.openxmlformats.org/officeDocument/2006/docPropsVTypes">
  <Template/>
  <TotalTime>0</TotalTime>
  <Words>250</Words>
  <Application>Microsoft Office PowerPoint</Application>
  <PresentationFormat>Widescreen</PresentationFormat>
  <Paragraphs>33</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      MedLearn AI         </vt:lpstr>
      <vt:lpstr>The Pain points</vt:lpstr>
      <vt:lpstr>Problem Overview</vt:lpstr>
      <vt:lpstr>The Solution</vt:lpstr>
      <vt:lpstr>MedLearn AI Features</vt:lpstr>
      <vt:lpstr>PowerPoint Presentation</vt:lpstr>
      <vt:lpstr>MedLearn Expanded</vt:lpstr>
      <vt:lpstr>Future Scope &amp;Improvements</vt:lpstr>
      <vt:lpstr>Ethics &amp; Research</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684</cp:revision>
  <dcterms:created xsi:type="dcterms:W3CDTF">2025-12-20T07:47:02Z</dcterms:created>
  <dcterms:modified xsi:type="dcterms:W3CDTF">2025-12-20T23:00:24Z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